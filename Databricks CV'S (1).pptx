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1" r:id="rId2"/>
    <p:sldId id="258" r:id="rId3"/>
    <p:sldId id="256" r:id="rId4"/>
    <p:sldId id="277" r:id="rId5"/>
    <p:sldId id="257" r:id="rId6"/>
    <p:sldId id="270" r:id="rId7"/>
    <p:sldId id="260" r:id="rId8"/>
    <p:sldId id="259" r:id="rId9"/>
    <p:sldId id="262" r:id="rId10"/>
    <p:sldId id="264" r:id="rId11"/>
    <p:sldId id="267" r:id="rId12"/>
    <p:sldId id="276" r:id="rId13"/>
    <p:sldId id="268" r:id="rId14"/>
    <p:sldId id="269" r:id="rId15"/>
    <p:sldId id="275" r:id="rId16"/>
    <p:sldId id="273" r:id="rId17"/>
    <p:sldId id="274" r:id="rId18"/>
    <p:sldId id="272" r:id="rId19"/>
    <p:sldId id="278" r:id="rId20"/>
    <p:sldId id="279" r:id="rId21"/>
    <p:sldId id="282" r:id="rId22"/>
    <p:sldId id="283" r:id="rId23"/>
    <p:sldId id="281" r:id="rId24"/>
    <p:sldId id="285" r:id="rId25"/>
    <p:sldId id="287" r:id="rId26"/>
    <p:sldId id="286" r:id="rId27"/>
    <p:sldId id="28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97" dt="2026-10-06T11:07:07.259"/>
    <p1510:client id="{03C1E2C8-E8D8-42A3-82E8-C028C07A45CA}" v="82" dt="2026-10-06T05:52:16.567"/>
    <p1510:client id="{07F2B91A-DE97-3501-7AD2-BD38C3BB418E}" v="94" dt="2026-10-06T08:50:52.324"/>
    <p1510:client id="{2024E43D-27A8-E47B-78CF-5116B546CC24}" v="163" dt="2026-10-06T09:08:15.935"/>
    <p1510:client id="{2E24D301-EE70-29E4-D21D-A42F4838E41C}" v="255" dt="2026-10-06T11:05:44.159"/>
    <p1510:client id="{2FB5E09E-A224-F19D-9291-9E7A1774DC6C}" v="218" dt="2026-10-06T10:04:58.626"/>
    <p1510:client id="{2FDC00E4-BF87-F56C-0388-90376EF15C74}" v="3" dt="2026-10-06T10:00:39.142"/>
    <p1510:client id="{3E59A313-6A07-8560-2488-50ED111CF0A3}" v="16" dt="2026-10-06T05:58:08.469"/>
    <p1510:client id="{44911101-5634-A962-4564-0C1886FD9FD8}" v="276" dt="2026-10-06T09:46:46.656"/>
    <p1510:client id="{4533E77C-A354-DCD2-0C78-1CDD5ECC7D4F}" v="2" dt="2026-10-06T06:24:34.040"/>
    <p1510:client id="{47DACBAF-7BF3-5D38-15D8-07D873B3671B}" v="22" dt="2026-10-06T06:24:03.155"/>
    <p1510:client id="{540F7C78-2C14-0856-F0DE-703B794022A6}" v="6" dt="2026-10-06T08:49:34.152"/>
    <p1510:client id="{55EFB7BB-8131-F412-8146-B99B2665F4C8}" v="2" dt="2026-10-06T08:46:19.677"/>
    <p1510:client id="{59D06ACF-9E8A-A34B-4E77-DF1FA22BA3B0}" v="125" dt="2026-10-06T08:54:30.200"/>
    <p1510:client id="{5CF51A51-8722-5C53-DD85-F0BD953631A1}" v="108" dt="2026-10-06T13:01:45.296"/>
    <p1510:client id="{6BFD4DA8-B5A3-436C-81F7-DE5CB51FA410}" v="113" dt="2026-10-06T07:44:33.126"/>
    <p1510:client id="{6CF8326B-EE94-64C0-ABEA-8C687D06C676}" v="10" dt="2026-10-06T06:22:11.594"/>
    <p1510:client id="{76CEF550-61A6-D29A-220B-97777864F126}" v="3" dt="2026-10-06T07:30:31.068"/>
    <p1510:client id="{794C3422-4E88-C561-392A-CCE2699D9D0B}" v="16" dt="2026-10-06T09:04:57.157"/>
    <p1510:client id="{7A74F049-287F-2000-190F-2F8F0532246B}" v="211" dt="2026-10-06T09:53:57.105"/>
    <p1510:client id="{887BDE2D-6091-8C06-5F13-AECCD174E16F}" v="220" dt="2026-10-06T12:57:57.091"/>
    <p1510:client id="{92D3A2AF-5598-7C81-9DEC-2779FD6B8B33}" v="10" dt="2026-10-06T07:52:25.799"/>
    <p1510:client id="{BAAEA140-605D-0438-F634-EE4A12871EFF}" v="2" dt="2026-10-06T09:51:43.935"/>
    <p1510:client id="{BC75B88F-6C8E-1CB6-65E6-80647801B32E}" v="3" dt="2026-10-06T07:42:55.405"/>
    <p1510:client id="{BEB76215-4137-65E9-6C1D-9A48831347DC}" v="20" dt="2026-10-06T10:09:11.613"/>
    <p1510:client id="{C91580FF-8DF1-A828-53DA-D6C5062A30C9}" v="58" dt="2026-10-07T06:58:59.292"/>
    <p1510:client id="{F1388A74-13A9-DFE4-20BD-9D588201A6FA}" v="1" dt="2026-10-06T07:36:00.2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esh Kommu" userId="S::dinesh.kommu@valuemomentum.com::eb104ae6-e394-43ae-8a0c-cad9bf3da7a8" providerId="AD" clId="Web-{00000000-0000-0000-0000-000000000000}"/>
    <pc:docChg chg="modSld">
      <pc:chgData name="Dinesh Kommu" userId="S::dinesh.kommu@valuemomentum.com::eb104ae6-e394-43ae-8a0c-cad9bf3da7a8" providerId="AD" clId="Web-{00000000-0000-0000-0000-000000000000}" dt="2026-10-06T09:33:06.086" v="7" actId="20577"/>
      <pc:docMkLst>
        <pc:docMk/>
      </pc:docMkLst>
      <pc:sldChg chg="modSp">
        <pc:chgData name="Dinesh Kommu" userId="S::dinesh.kommu@valuemomentum.com::eb104ae6-e394-43ae-8a0c-cad9bf3da7a8" providerId="AD" clId="Web-{00000000-0000-0000-0000-000000000000}" dt="2026-10-06T09:33:06.086" v="7" actId="20577"/>
        <pc:sldMkLst>
          <pc:docMk/>
          <pc:sldMk cId="715326006" sldId="272"/>
        </pc:sldMkLst>
        <pc:spChg chg="mod">
          <ac:chgData name="Dinesh Kommu" userId="S::dinesh.kommu@valuemomentum.com::eb104ae6-e394-43ae-8a0c-cad9bf3da7a8" providerId="AD" clId="Web-{00000000-0000-0000-0000-000000000000}" dt="2026-10-06T09:33:06.086" v="7" actId="20577"/>
          <ac:spMkLst>
            <pc:docMk/>
            <pc:sldMk cId="715326006" sldId="272"/>
            <ac:spMk id="43" creationId="{E318346E-FFFC-A303-A341-8755081E6D02}"/>
          </ac:spMkLst>
        </pc:spChg>
      </pc:sldChg>
    </pc:docChg>
  </pc:docChgLst>
  <pc:docChgLst>
    <pc:chgData name="Mayank Sahu" userId="S::mayank.sahu@valuemomentum.com::4f079f6a-66ba-4837-9cf6-2f74864da905" providerId="AD" clId="Web-{92D3A2AF-5598-7C81-9DEC-2779FD6B8B33}"/>
    <pc:docChg chg="modSld">
      <pc:chgData name="Mayank Sahu" userId="S::mayank.sahu@valuemomentum.com::4f079f6a-66ba-4837-9cf6-2f74864da905" providerId="AD" clId="Web-{92D3A2AF-5598-7C81-9DEC-2779FD6B8B33}" dt="2026-10-06T07:52:25.799" v="9" actId="20577"/>
      <pc:docMkLst>
        <pc:docMk/>
      </pc:docMkLst>
      <pc:sldChg chg="modSp">
        <pc:chgData name="Mayank Sahu" userId="S::mayank.sahu@valuemomentum.com::4f079f6a-66ba-4837-9cf6-2f74864da905" providerId="AD" clId="Web-{92D3A2AF-5598-7C81-9DEC-2779FD6B8B33}" dt="2026-10-06T07:52:25.799" v="9" actId="20577"/>
        <pc:sldMkLst>
          <pc:docMk/>
          <pc:sldMk cId="1715928320" sldId="265"/>
        </pc:sldMkLst>
        <pc:spChg chg="mod">
          <ac:chgData name="Mayank Sahu" userId="S::mayank.sahu@valuemomentum.com::4f079f6a-66ba-4837-9cf6-2f74864da905" providerId="AD" clId="Web-{92D3A2AF-5598-7C81-9DEC-2779FD6B8B33}" dt="2026-10-06T07:52:25.799" v="9" actId="20577"/>
          <ac:spMkLst>
            <pc:docMk/>
            <pc:sldMk cId="1715928320" sldId="265"/>
            <ac:spMk id="23" creationId="{F24D3471-5B7A-6469-823A-CA02E539AAE2}"/>
          </ac:spMkLst>
        </pc:spChg>
      </pc:sldChg>
    </pc:docChg>
  </pc:docChgLst>
  <pc:docChgLst>
    <pc:chgData name="Saikiran Chagantipati" userId="S::saikiran.chagantipati@valuemomentum.com::fa4599e8-b2ef-4f0e-b251-4d33c2c54709" providerId="AD" clId="Web-{00000000-0000-0000-0000-000000000000}"/>
    <pc:docChg chg="addSld modSld">
      <pc:chgData name="Saikiran Chagantipati" userId="S::saikiran.chagantipati@valuemomentum.com::fa4599e8-b2ef-4f0e-b251-4d33c2c54709" providerId="AD" clId="Web-{00000000-0000-0000-0000-000000000000}" dt="2026-10-06T11:07:07.259" v="296" actId="20577"/>
      <pc:docMkLst>
        <pc:docMk/>
      </pc:docMkLst>
      <pc:sldChg chg="modSp">
        <pc:chgData name="Saikiran Chagantipati" userId="S::saikiran.chagantipati@valuemomentum.com::fa4599e8-b2ef-4f0e-b251-4d33c2c54709" providerId="AD" clId="Web-{00000000-0000-0000-0000-000000000000}" dt="2026-10-06T09:09:41.844" v="73" actId="20577"/>
        <pc:sldMkLst>
          <pc:docMk/>
          <pc:sldMk cId="2974569758" sldId="256"/>
        </pc:sldMkLst>
        <pc:spChg chg="mod">
          <ac:chgData name="Saikiran Chagantipati" userId="S::saikiran.chagantipati@valuemomentum.com::fa4599e8-b2ef-4f0e-b251-4d33c2c54709" providerId="AD" clId="Web-{00000000-0000-0000-0000-000000000000}" dt="2026-10-06T09:09:41.844" v="73" actId="20577"/>
          <ac:spMkLst>
            <pc:docMk/>
            <pc:sldMk cId="2974569758" sldId="256"/>
            <ac:spMk id="15" creationId="{F1E31B0E-5C22-445C-96D4-047F710FC6F8}"/>
          </ac:spMkLst>
        </pc:spChg>
      </pc:sldChg>
      <pc:sldChg chg="modSp add replId">
        <pc:chgData name="Saikiran Chagantipati" userId="S::saikiran.chagantipati@valuemomentum.com::fa4599e8-b2ef-4f0e-b251-4d33c2c54709" providerId="AD" clId="Web-{00000000-0000-0000-0000-000000000000}" dt="2026-10-06T11:07:07.259" v="296" actId="20577"/>
        <pc:sldMkLst>
          <pc:docMk/>
          <pc:sldMk cId="3001002034" sldId="277"/>
        </pc:sldMkLst>
        <pc:spChg chg="mod">
          <ac:chgData name="Saikiran Chagantipati" userId="S::saikiran.chagantipati@valuemomentum.com::fa4599e8-b2ef-4f0e-b251-4d33c2c54709" providerId="AD" clId="Web-{00000000-0000-0000-0000-000000000000}" dt="2026-10-06T09:08:58.202" v="52" actId="20577"/>
          <ac:spMkLst>
            <pc:docMk/>
            <pc:sldMk cId="3001002034" sldId="277"/>
            <ac:spMk id="13" creationId="{77E66D4A-0241-8574-03A2-642148FD81CF}"/>
          </ac:spMkLst>
        </pc:spChg>
        <pc:spChg chg="mod">
          <ac:chgData name="Saikiran Chagantipati" userId="S::saikiran.chagantipati@valuemomentum.com::fa4599e8-b2ef-4f0e-b251-4d33c2c54709" providerId="AD" clId="Web-{00000000-0000-0000-0000-000000000000}" dt="2026-10-06T09:10:43.987" v="123" actId="20577"/>
          <ac:spMkLst>
            <pc:docMk/>
            <pc:sldMk cId="3001002034" sldId="277"/>
            <ac:spMk id="15" creationId="{362E23DE-A713-9891-DD19-0F59DE9408AB}"/>
          </ac:spMkLst>
        </pc:spChg>
        <pc:spChg chg="mod">
          <ac:chgData name="Saikiran Chagantipati" userId="S::saikiran.chagantipati@valuemomentum.com::fa4599e8-b2ef-4f0e-b251-4d33c2c54709" providerId="AD" clId="Web-{00000000-0000-0000-0000-000000000000}" dt="2026-10-06T11:07:07.259" v="296" actId="20577"/>
          <ac:spMkLst>
            <pc:docMk/>
            <pc:sldMk cId="3001002034" sldId="277"/>
            <ac:spMk id="23" creationId="{6C118D3C-3486-9664-4428-145A84541A92}"/>
          </ac:spMkLst>
        </pc:spChg>
        <pc:spChg chg="mod">
          <ac:chgData name="Saikiran Chagantipati" userId="S::saikiran.chagantipati@valuemomentum.com::fa4599e8-b2ef-4f0e-b251-4d33c2c54709" providerId="AD" clId="Web-{00000000-0000-0000-0000-000000000000}" dt="2026-10-06T09:25:29.336" v="259" actId="20577"/>
          <ac:spMkLst>
            <pc:docMk/>
            <pc:sldMk cId="3001002034" sldId="277"/>
            <ac:spMk id="37" creationId="{58D31F20-B820-5F76-E01F-F5939F4DADC5}"/>
          </ac:spMkLst>
        </pc:spChg>
        <pc:spChg chg="mod">
          <ac:chgData name="Saikiran Chagantipati" userId="S::saikiran.chagantipati@valuemomentum.com::fa4599e8-b2ef-4f0e-b251-4d33c2c54709" providerId="AD" clId="Web-{00000000-0000-0000-0000-000000000000}" dt="2026-10-06T09:26:29.808" v="265" actId="20577"/>
          <ac:spMkLst>
            <pc:docMk/>
            <pc:sldMk cId="3001002034" sldId="277"/>
            <ac:spMk id="43" creationId="{9FAC4503-9443-28D3-CB99-767A885A5C92}"/>
          </ac:spMkLst>
        </pc:spChg>
        <pc:picChg chg="mod">
          <ac:chgData name="Saikiran Chagantipati" userId="S::saikiran.chagantipati@valuemomentum.com::fa4599e8-b2ef-4f0e-b251-4d33c2c54709" providerId="AD" clId="Web-{00000000-0000-0000-0000-000000000000}" dt="2026-10-06T09:17:02.234" v="239"/>
          <ac:picMkLst>
            <pc:docMk/>
            <pc:sldMk cId="3001002034" sldId="277"/>
            <ac:picMk id="46" creationId="{41E6B913-C6CC-18D9-4017-18BA33F82648}"/>
          </ac:picMkLst>
        </pc:picChg>
      </pc:sldChg>
    </pc:docChg>
  </pc:docChgLst>
  <pc:docChgLst>
    <pc:chgData name="Saikiran Chagantipati" userId="S::saikiran.chagantipati@valuemomentum.com::fa4599e8-b2ef-4f0e-b251-4d33c2c54709" providerId="AD" clId="Web-{540F7C78-2C14-0856-F0DE-703B794022A6}"/>
    <pc:docChg chg="addSld delSld modSld">
      <pc:chgData name="Saikiran Chagantipati" userId="S::saikiran.chagantipati@valuemomentum.com::fa4599e8-b2ef-4f0e-b251-4d33c2c54709" providerId="AD" clId="Web-{540F7C78-2C14-0856-F0DE-703B794022A6}" dt="2026-10-06T08:49:34.152" v="4"/>
      <pc:docMkLst>
        <pc:docMk/>
      </pc:docMkLst>
      <pc:sldChg chg="addSp new del">
        <pc:chgData name="Saikiran Chagantipati" userId="S::saikiran.chagantipati@valuemomentum.com::fa4599e8-b2ef-4f0e-b251-4d33c2c54709" providerId="AD" clId="Web-{540F7C78-2C14-0856-F0DE-703B794022A6}" dt="2026-10-06T08:47:07.364" v="2"/>
        <pc:sldMkLst>
          <pc:docMk/>
          <pc:sldMk cId="923956098" sldId="270"/>
        </pc:sldMkLst>
        <pc:picChg chg="add">
          <ac:chgData name="Saikiran Chagantipati" userId="S::saikiran.chagantipati@valuemomentum.com::fa4599e8-b2ef-4f0e-b251-4d33c2c54709" providerId="AD" clId="Web-{540F7C78-2C14-0856-F0DE-703B794022A6}" dt="2026-10-06T08:46:56.348" v="1"/>
          <ac:picMkLst>
            <pc:docMk/>
            <pc:sldMk cId="923956098" sldId="270"/>
            <ac:picMk id="5" creationId="{90B4DFCC-F624-30F9-81C6-46AA7A682652}"/>
          </ac:picMkLst>
        </pc:picChg>
      </pc:sldChg>
      <pc:sldChg chg="add del replId">
        <pc:chgData name="Saikiran Chagantipati" userId="S::saikiran.chagantipati@valuemomentum.com::fa4599e8-b2ef-4f0e-b251-4d33c2c54709" providerId="AD" clId="Web-{540F7C78-2C14-0856-F0DE-703B794022A6}" dt="2026-10-06T08:49:34.152" v="4"/>
        <pc:sldMkLst>
          <pc:docMk/>
          <pc:sldMk cId="2388074735" sldId="272"/>
        </pc:sldMkLst>
      </pc:sldChg>
    </pc:docChg>
  </pc:docChgLst>
  <pc:docChgLst>
    <pc:chgData name="Kavya Shree Ramasamy" userId="S::kavyashree.ramasamy@valuemomentum.com::f2c14a15-5ec8-473b-8c34-49a9a03a86e7" providerId="AD" clId="Web-{00000000-0000-0000-0000-000000000000}"/>
    <pc:docChg chg="addSld delSld">
      <pc:chgData name="Kavya Shree Ramasamy" userId="S::kavyashree.ramasamy@valuemomentum.com::f2c14a15-5ec8-473b-8c34-49a9a03a86e7" providerId="AD" clId="Web-{00000000-0000-0000-0000-000000000000}" dt="2026-10-06T06:19:49.310" v="1"/>
      <pc:docMkLst>
        <pc:docMk/>
      </pc:docMkLst>
      <pc:sldChg chg="add del replId">
        <pc:chgData name="Kavya Shree Ramasamy" userId="S::kavyashree.ramasamy@valuemomentum.com::f2c14a15-5ec8-473b-8c34-49a9a03a86e7" providerId="AD" clId="Web-{00000000-0000-0000-0000-000000000000}" dt="2026-10-06T06:19:49.310" v="1"/>
        <pc:sldMkLst>
          <pc:docMk/>
          <pc:sldMk cId="866456829" sldId="259"/>
        </pc:sldMkLst>
      </pc:sldChg>
    </pc:docChg>
  </pc:docChgLst>
  <pc:docChgLst>
    <pc:chgData name="Hemanth Padamati" userId="S::hemanth.padamati@valuemomentum.com::7f7b3076-85e0-4954-9ea0-290c152d56d8" providerId="AD" clId="Web-{47DACBAF-7BF3-5D38-15D8-07D873B3671B}"/>
    <pc:docChg chg="addSld delSld modSld">
      <pc:chgData name="Hemanth Padamati" userId="S::hemanth.padamati@valuemomentum.com::7f7b3076-85e0-4954-9ea0-290c152d56d8" providerId="AD" clId="Web-{47DACBAF-7BF3-5D38-15D8-07D873B3671B}" dt="2026-10-06T06:24:03.155" v="56"/>
      <pc:docMkLst>
        <pc:docMk/>
      </pc:docMkLst>
      <pc:sldChg chg="modSp">
        <pc:chgData name="Hemanth Padamati" userId="S::hemanth.padamati@valuemomentum.com::7f7b3076-85e0-4954-9ea0-290c152d56d8" providerId="AD" clId="Web-{47DACBAF-7BF3-5D38-15D8-07D873B3671B}" dt="2026-10-06T06:11:09.171" v="5" actId="20577"/>
        <pc:sldMkLst>
          <pc:docMk/>
          <pc:sldMk cId="2974569758" sldId="256"/>
        </pc:sldMkLst>
        <pc:spChg chg="mod">
          <ac:chgData name="Hemanth Padamati" userId="S::hemanth.padamati@valuemomentum.com::7f7b3076-85e0-4954-9ea0-290c152d56d8" providerId="AD" clId="Web-{47DACBAF-7BF3-5D38-15D8-07D873B3671B}" dt="2026-10-06T06:11:09.171" v="5" actId="20577"/>
          <ac:spMkLst>
            <pc:docMk/>
            <pc:sldMk cId="2974569758" sldId="256"/>
            <ac:spMk id="43" creationId="{7E2C7A82-D5D9-1F20-07BD-CCC9DF7F970F}"/>
          </ac:spMkLst>
        </pc:spChg>
      </pc:sldChg>
      <pc:sldChg chg="addSp delSp modSp add del replId">
        <pc:chgData name="Hemanth Padamati" userId="S::hemanth.padamati@valuemomentum.com::7f7b3076-85e0-4954-9ea0-290c152d56d8" providerId="AD" clId="Web-{47DACBAF-7BF3-5D38-15D8-07D873B3671B}" dt="2026-10-06T06:20:37.069" v="33"/>
        <pc:sldMkLst>
          <pc:docMk/>
          <pc:sldMk cId="1314393549" sldId="258"/>
        </pc:sldMkLst>
        <pc:spChg chg="del">
          <ac:chgData name="Hemanth Padamati" userId="S::hemanth.padamati@valuemomentum.com::7f7b3076-85e0-4954-9ea0-290c152d56d8" providerId="AD" clId="Web-{47DACBAF-7BF3-5D38-15D8-07D873B3671B}" dt="2026-10-06T06:16:39.090" v="30"/>
          <ac:spMkLst>
            <pc:docMk/>
            <pc:sldMk cId="1314393549" sldId="258"/>
            <ac:spMk id="7" creationId="{0EC97D4E-4279-B8C4-3986-3002FE7D0335}"/>
          </ac:spMkLst>
        </pc:spChg>
        <pc:spChg chg="del">
          <ac:chgData name="Hemanth Padamati" userId="S::hemanth.padamati@valuemomentum.com::7f7b3076-85e0-4954-9ea0-290c152d56d8" providerId="AD" clId="Web-{47DACBAF-7BF3-5D38-15D8-07D873B3671B}" dt="2026-10-06T06:16:39.090" v="29"/>
          <ac:spMkLst>
            <pc:docMk/>
            <pc:sldMk cId="1314393549" sldId="258"/>
            <ac:spMk id="9" creationId="{701EA220-9473-27FD-BD7B-7045F9689095}"/>
          </ac:spMkLst>
        </pc:spChg>
        <pc:spChg chg="del">
          <ac:chgData name="Hemanth Padamati" userId="S::hemanth.padamati@valuemomentum.com::7f7b3076-85e0-4954-9ea0-290c152d56d8" providerId="AD" clId="Web-{47DACBAF-7BF3-5D38-15D8-07D873B3671B}" dt="2026-10-06T06:16:39.090" v="28"/>
          <ac:spMkLst>
            <pc:docMk/>
            <pc:sldMk cId="1314393549" sldId="258"/>
            <ac:spMk id="11" creationId="{52BBB3D5-CCA0-F5A3-5B08-AAC20493CC97}"/>
          </ac:spMkLst>
        </pc:spChg>
        <pc:spChg chg="del">
          <ac:chgData name="Hemanth Padamati" userId="S::hemanth.padamati@valuemomentum.com::7f7b3076-85e0-4954-9ea0-290c152d56d8" providerId="AD" clId="Web-{47DACBAF-7BF3-5D38-15D8-07D873B3671B}" dt="2026-10-06T06:16:39.090" v="27"/>
          <ac:spMkLst>
            <pc:docMk/>
            <pc:sldMk cId="1314393549" sldId="258"/>
            <ac:spMk id="13" creationId="{640AD76C-BDCB-F1F5-D910-11D737917EEF}"/>
          </ac:spMkLst>
        </pc:spChg>
        <pc:spChg chg="del">
          <ac:chgData name="Hemanth Padamati" userId="S::hemanth.padamati@valuemomentum.com::7f7b3076-85e0-4954-9ea0-290c152d56d8" providerId="AD" clId="Web-{47DACBAF-7BF3-5D38-15D8-07D873B3671B}" dt="2026-10-06T06:16:39.090" v="26"/>
          <ac:spMkLst>
            <pc:docMk/>
            <pc:sldMk cId="1314393549" sldId="258"/>
            <ac:spMk id="17" creationId="{727B0E34-DF90-29BB-9AC5-40FADD27F6FE}"/>
          </ac:spMkLst>
        </pc:spChg>
        <pc:spChg chg="del">
          <ac:chgData name="Hemanth Padamati" userId="S::hemanth.padamati@valuemomentum.com::7f7b3076-85e0-4954-9ea0-290c152d56d8" providerId="AD" clId="Web-{47DACBAF-7BF3-5D38-15D8-07D873B3671B}" dt="2026-10-06T06:16:39.090" v="25"/>
          <ac:spMkLst>
            <pc:docMk/>
            <pc:sldMk cId="1314393549" sldId="258"/>
            <ac:spMk id="19" creationId="{1EFBCD8E-DF30-9BE6-2191-69545118C89E}"/>
          </ac:spMkLst>
        </pc:spChg>
        <pc:spChg chg="del">
          <ac:chgData name="Hemanth Padamati" userId="S::hemanth.padamati@valuemomentum.com::7f7b3076-85e0-4954-9ea0-290c152d56d8" providerId="AD" clId="Web-{47DACBAF-7BF3-5D38-15D8-07D873B3671B}" dt="2026-10-06T06:16:39.090" v="24"/>
          <ac:spMkLst>
            <pc:docMk/>
            <pc:sldMk cId="1314393549" sldId="258"/>
            <ac:spMk id="21" creationId="{A759B544-49E7-A6A0-1434-1FED4868091E}"/>
          </ac:spMkLst>
        </pc:spChg>
        <pc:spChg chg="del">
          <ac:chgData name="Hemanth Padamati" userId="S::hemanth.padamati@valuemomentum.com::7f7b3076-85e0-4954-9ea0-290c152d56d8" providerId="AD" clId="Web-{47DACBAF-7BF3-5D38-15D8-07D873B3671B}" dt="2026-10-06T06:16:39.090" v="23"/>
          <ac:spMkLst>
            <pc:docMk/>
            <pc:sldMk cId="1314393549" sldId="258"/>
            <ac:spMk id="23" creationId="{79C71A56-9600-9EEA-62F4-2E9A39FC7EB5}"/>
          </ac:spMkLst>
        </pc:spChg>
        <pc:spChg chg="del">
          <ac:chgData name="Hemanth Padamati" userId="S::hemanth.padamati@valuemomentum.com::7f7b3076-85e0-4954-9ea0-290c152d56d8" providerId="AD" clId="Web-{47DACBAF-7BF3-5D38-15D8-07D873B3671B}" dt="2026-10-06T06:16:39.090" v="22"/>
          <ac:spMkLst>
            <pc:docMk/>
            <pc:sldMk cId="1314393549" sldId="258"/>
            <ac:spMk id="25" creationId="{BD8DDAAA-84A2-7435-5002-DB8747DCE31B}"/>
          </ac:spMkLst>
        </pc:spChg>
        <pc:spChg chg="del">
          <ac:chgData name="Hemanth Padamati" userId="S::hemanth.padamati@valuemomentum.com::7f7b3076-85e0-4954-9ea0-290c152d56d8" providerId="AD" clId="Web-{47DACBAF-7BF3-5D38-15D8-07D873B3671B}" dt="2026-10-06T06:16:39.090" v="21"/>
          <ac:spMkLst>
            <pc:docMk/>
            <pc:sldMk cId="1314393549" sldId="258"/>
            <ac:spMk id="27" creationId="{BD78A31E-0881-CA63-B7D8-4F3A49336538}"/>
          </ac:spMkLst>
        </pc:spChg>
        <pc:spChg chg="del">
          <ac:chgData name="Hemanth Padamati" userId="S::hemanth.padamati@valuemomentum.com::7f7b3076-85e0-4954-9ea0-290c152d56d8" providerId="AD" clId="Web-{47DACBAF-7BF3-5D38-15D8-07D873B3671B}" dt="2026-10-06T06:16:39.090" v="20"/>
          <ac:spMkLst>
            <pc:docMk/>
            <pc:sldMk cId="1314393549" sldId="258"/>
            <ac:spMk id="29" creationId="{9F18C1C8-993A-EE3A-F82B-0A08F7E449ED}"/>
          </ac:spMkLst>
        </pc:spChg>
        <pc:spChg chg="del">
          <ac:chgData name="Hemanth Padamati" userId="S::hemanth.padamati@valuemomentum.com::7f7b3076-85e0-4954-9ea0-290c152d56d8" providerId="AD" clId="Web-{47DACBAF-7BF3-5D38-15D8-07D873B3671B}" dt="2026-10-06T06:16:39.090" v="19"/>
          <ac:spMkLst>
            <pc:docMk/>
            <pc:sldMk cId="1314393549" sldId="258"/>
            <ac:spMk id="31" creationId="{F710B507-94CE-F493-88B0-D307957B4AAA}"/>
          </ac:spMkLst>
        </pc:spChg>
        <pc:spChg chg="del">
          <ac:chgData name="Hemanth Padamati" userId="S::hemanth.padamati@valuemomentum.com::7f7b3076-85e0-4954-9ea0-290c152d56d8" providerId="AD" clId="Web-{47DACBAF-7BF3-5D38-15D8-07D873B3671B}" dt="2026-10-06T06:16:39.090" v="18"/>
          <ac:spMkLst>
            <pc:docMk/>
            <pc:sldMk cId="1314393549" sldId="258"/>
            <ac:spMk id="35" creationId="{3C9FD23E-2A83-99B6-61F6-B159286B0C5F}"/>
          </ac:spMkLst>
        </pc:spChg>
        <pc:spChg chg="del">
          <ac:chgData name="Hemanth Padamati" userId="S::hemanth.padamati@valuemomentum.com::7f7b3076-85e0-4954-9ea0-290c152d56d8" providerId="AD" clId="Web-{47DACBAF-7BF3-5D38-15D8-07D873B3671B}" dt="2026-10-06T06:16:39.090" v="17"/>
          <ac:spMkLst>
            <pc:docMk/>
            <pc:sldMk cId="1314393549" sldId="258"/>
            <ac:spMk id="37" creationId="{23D95DCB-1413-CED2-D41A-35AC5E918A13}"/>
          </ac:spMkLst>
        </pc:spChg>
        <pc:spChg chg="del">
          <ac:chgData name="Hemanth Padamati" userId="S::hemanth.padamati@valuemomentum.com::7f7b3076-85e0-4954-9ea0-290c152d56d8" providerId="AD" clId="Web-{47DACBAF-7BF3-5D38-15D8-07D873B3671B}" dt="2026-10-06T06:16:39.090" v="16"/>
          <ac:spMkLst>
            <pc:docMk/>
            <pc:sldMk cId="1314393549" sldId="258"/>
            <ac:spMk id="39" creationId="{B3D57E3A-2330-6E88-5B08-00E27723A18C}"/>
          </ac:spMkLst>
        </pc:spChg>
        <pc:spChg chg="del">
          <ac:chgData name="Hemanth Padamati" userId="S::hemanth.padamati@valuemomentum.com::7f7b3076-85e0-4954-9ea0-290c152d56d8" providerId="AD" clId="Web-{47DACBAF-7BF3-5D38-15D8-07D873B3671B}" dt="2026-10-06T06:16:39.090" v="15"/>
          <ac:spMkLst>
            <pc:docMk/>
            <pc:sldMk cId="1314393549" sldId="258"/>
            <ac:spMk id="41" creationId="{0EFE1628-AFD7-8A2B-6B9A-03236D9A342F}"/>
          </ac:spMkLst>
        </pc:spChg>
        <pc:spChg chg="del">
          <ac:chgData name="Hemanth Padamati" userId="S::hemanth.padamati@valuemomentum.com::7f7b3076-85e0-4954-9ea0-290c152d56d8" providerId="AD" clId="Web-{47DACBAF-7BF3-5D38-15D8-07D873B3671B}" dt="2026-10-06T06:16:39.090" v="14"/>
          <ac:spMkLst>
            <pc:docMk/>
            <pc:sldMk cId="1314393549" sldId="258"/>
            <ac:spMk id="43" creationId="{40490712-5A3C-58C8-AAEB-67BF6B76051D}"/>
          </ac:spMkLst>
        </pc:spChg>
        <pc:picChg chg="add del mod">
          <ac:chgData name="Hemanth Padamati" userId="S::hemanth.padamati@valuemomentum.com::7f7b3076-85e0-4954-9ea0-290c152d56d8" providerId="AD" clId="Web-{47DACBAF-7BF3-5D38-15D8-07D873B3671B}" dt="2026-10-06T06:16:35.715" v="12"/>
          <ac:picMkLst>
            <pc:docMk/>
            <pc:sldMk cId="1314393549" sldId="258"/>
            <ac:picMk id="2" creationId="{71A45AC2-5F65-ACF4-FE11-DBBBE676E6AB}"/>
          </ac:picMkLst>
        </pc:picChg>
        <pc:picChg chg="del">
          <ac:chgData name="Hemanth Padamati" userId="S::hemanth.padamati@valuemomentum.com::7f7b3076-85e0-4954-9ea0-290c152d56d8" providerId="AD" clId="Web-{47DACBAF-7BF3-5D38-15D8-07D873B3671B}" dt="2026-10-06T06:16:39.090" v="13"/>
          <ac:picMkLst>
            <pc:docMk/>
            <pc:sldMk cId="1314393549" sldId="258"/>
            <ac:picMk id="3" creationId="{E2B4C853-8516-9639-842C-4987F5FEA08E}"/>
          </ac:picMkLst>
        </pc:picChg>
        <pc:picChg chg="add mod">
          <ac:chgData name="Hemanth Padamati" userId="S::hemanth.padamati@valuemomentum.com::7f7b3076-85e0-4954-9ea0-290c152d56d8" providerId="AD" clId="Web-{47DACBAF-7BF3-5D38-15D8-07D873B3671B}" dt="2026-10-06T06:16:42.684" v="32"/>
          <ac:picMkLst>
            <pc:docMk/>
            <pc:sldMk cId="1314393549" sldId="258"/>
            <ac:picMk id="4" creationId="{F959E5C5-03AC-8BF8-2487-E1290951DB97}"/>
          </ac:picMkLst>
        </pc:picChg>
        <pc:picChg chg="del">
          <ac:chgData name="Hemanth Padamati" userId="S::hemanth.padamati@valuemomentum.com::7f7b3076-85e0-4954-9ea0-290c152d56d8" providerId="AD" clId="Web-{47DACBAF-7BF3-5D38-15D8-07D873B3671B}" dt="2026-10-06T06:16:39.090" v="31"/>
          <ac:picMkLst>
            <pc:docMk/>
            <pc:sldMk cId="1314393549" sldId="258"/>
            <ac:picMk id="5" creationId="{57A5680B-EDDF-C007-1F32-3614A88260C8}"/>
          </ac:picMkLst>
        </pc:picChg>
      </pc:sldChg>
      <pc:sldChg chg="add del replId">
        <pc:chgData name="Hemanth Padamati" userId="S::hemanth.padamati@valuemomentum.com::7f7b3076-85e0-4954-9ea0-290c152d56d8" providerId="AD" clId="Web-{47DACBAF-7BF3-5D38-15D8-07D873B3671B}" dt="2026-10-06T06:21:10.836" v="35"/>
        <pc:sldMkLst>
          <pc:docMk/>
          <pc:sldMk cId="1909053208" sldId="258"/>
        </pc:sldMkLst>
      </pc:sldChg>
      <pc:sldChg chg="addSp delSp modSp new del">
        <pc:chgData name="Hemanth Padamati" userId="S::hemanth.padamati@valuemomentum.com::7f7b3076-85e0-4954-9ea0-290c152d56d8" providerId="AD" clId="Web-{47DACBAF-7BF3-5D38-15D8-07D873B3671B}" dt="2026-10-06T06:16:18.324" v="9"/>
        <pc:sldMkLst>
          <pc:docMk/>
          <pc:sldMk cId="3863220859" sldId="258"/>
        </pc:sldMkLst>
        <pc:spChg chg="add del">
          <ac:chgData name="Hemanth Padamati" userId="S::hemanth.padamati@valuemomentum.com::7f7b3076-85e0-4954-9ea0-290c152d56d8" providerId="AD" clId="Web-{47DACBAF-7BF3-5D38-15D8-07D873B3671B}" dt="2026-10-06T06:16:15.824" v="8"/>
          <ac:spMkLst>
            <pc:docMk/>
            <pc:sldMk cId="3863220859" sldId="258"/>
            <ac:spMk id="3" creationId="{B26642F9-8136-D2B5-B0D2-FF04CA218419}"/>
          </ac:spMkLst>
        </pc:spChg>
        <pc:picChg chg="add del mod ord">
          <ac:chgData name="Hemanth Padamati" userId="S::hemanth.padamati@valuemomentum.com::7f7b3076-85e0-4954-9ea0-290c152d56d8" providerId="AD" clId="Web-{47DACBAF-7BF3-5D38-15D8-07D873B3671B}" dt="2026-10-06T06:16:15.824" v="8"/>
          <ac:picMkLst>
            <pc:docMk/>
            <pc:sldMk cId="3863220859" sldId="258"/>
            <ac:picMk id="4" creationId="{2FA92736-55A0-0C69-A6B5-8B2F6AE1A1D4}"/>
          </ac:picMkLst>
        </pc:picChg>
      </pc:sldChg>
      <pc:sldChg chg="addSp delSp modSp add replId">
        <pc:chgData name="Hemanth Padamati" userId="S::hemanth.padamati@valuemomentum.com::7f7b3076-85e0-4954-9ea0-290c152d56d8" providerId="AD" clId="Web-{47DACBAF-7BF3-5D38-15D8-07D873B3671B}" dt="2026-10-06T06:24:03.155" v="56"/>
        <pc:sldMkLst>
          <pc:docMk/>
          <pc:sldMk cId="633328284" sldId="259"/>
        </pc:sldMkLst>
        <pc:spChg chg="del">
          <ac:chgData name="Hemanth Padamati" userId="S::hemanth.padamati@valuemomentum.com::7f7b3076-85e0-4954-9ea0-290c152d56d8" providerId="AD" clId="Web-{47DACBAF-7BF3-5D38-15D8-07D873B3671B}" dt="2026-10-06T06:23:59.077" v="54"/>
          <ac:spMkLst>
            <pc:docMk/>
            <pc:sldMk cId="633328284" sldId="259"/>
            <ac:spMk id="7" creationId="{E03FDF88-0D8A-52DD-DE59-E79BC255EE89}"/>
          </ac:spMkLst>
        </pc:spChg>
        <pc:spChg chg="del">
          <ac:chgData name="Hemanth Padamati" userId="S::hemanth.padamati@valuemomentum.com::7f7b3076-85e0-4954-9ea0-290c152d56d8" providerId="AD" clId="Web-{47DACBAF-7BF3-5D38-15D8-07D873B3671B}" dt="2026-10-06T06:23:59.077" v="53"/>
          <ac:spMkLst>
            <pc:docMk/>
            <pc:sldMk cId="633328284" sldId="259"/>
            <ac:spMk id="9" creationId="{72DFF9D6-478D-530B-3EEE-7B7BAC906F9B}"/>
          </ac:spMkLst>
        </pc:spChg>
        <pc:spChg chg="del">
          <ac:chgData name="Hemanth Padamati" userId="S::hemanth.padamati@valuemomentum.com::7f7b3076-85e0-4954-9ea0-290c152d56d8" providerId="AD" clId="Web-{47DACBAF-7BF3-5D38-15D8-07D873B3671B}" dt="2026-10-06T06:23:59.077" v="52"/>
          <ac:spMkLst>
            <pc:docMk/>
            <pc:sldMk cId="633328284" sldId="259"/>
            <ac:spMk id="11" creationId="{13B495BE-997F-59A6-39BB-A2701D8CCFAB}"/>
          </ac:spMkLst>
        </pc:spChg>
        <pc:spChg chg="del">
          <ac:chgData name="Hemanth Padamati" userId="S::hemanth.padamati@valuemomentum.com::7f7b3076-85e0-4954-9ea0-290c152d56d8" providerId="AD" clId="Web-{47DACBAF-7BF3-5D38-15D8-07D873B3671B}" dt="2026-10-06T06:23:59.077" v="51"/>
          <ac:spMkLst>
            <pc:docMk/>
            <pc:sldMk cId="633328284" sldId="259"/>
            <ac:spMk id="13" creationId="{18FA036B-4122-3E04-60EC-810BC8BB89A6}"/>
          </ac:spMkLst>
        </pc:spChg>
        <pc:spChg chg="del">
          <ac:chgData name="Hemanth Padamati" userId="S::hemanth.padamati@valuemomentum.com::7f7b3076-85e0-4954-9ea0-290c152d56d8" providerId="AD" clId="Web-{47DACBAF-7BF3-5D38-15D8-07D873B3671B}" dt="2026-10-06T06:23:59.077" v="50"/>
          <ac:spMkLst>
            <pc:docMk/>
            <pc:sldMk cId="633328284" sldId="259"/>
            <ac:spMk id="17" creationId="{F7CA6CE5-EB10-AEF1-7CF3-1C8471BAA36E}"/>
          </ac:spMkLst>
        </pc:spChg>
        <pc:spChg chg="del">
          <ac:chgData name="Hemanth Padamati" userId="S::hemanth.padamati@valuemomentum.com::7f7b3076-85e0-4954-9ea0-290c152d56d8" providerId="AD" clId="Web-{47DACBAF-7BF3-5D38-15D8-07D873B3671B}" dt="2026-10-06T06:23:59.077" v="49"/>
          <ac:spMkLst>
            <pc:docMk/>
            <pc:sldMk cId="633328284" sldId="259"/>
            <ac:spMk id="19" creationId="{2794243E-13D5-FEE8-C862-44BBA18D041F}"/>
          </ac:spMkLst>
        </pc:spChg>
        <pc:spChg chg="del">
          <ac:chgData name="Hemanth Padamati" userId="S::hemanth.padamati@valuemomentum.com::7f7b3076-85e0-4954-9ea0-290c152d56d8" providerId="AD" clId="Web-{47DACBAF-7BF3-5D38-15D8-07D873B3671B}" dt="2026-10-06T06:23:59.077" v="48"/>
          <ac:spMkLst>
            <pc:docMk/>
            <pc:sldMk cId="633328284" sldId="259"/>
            <ac:spMk id="21" creationId="{F0164519-763E-25B0-8F83-14D1C8750434}"/>
          </ac:spMkLst>
        </pc:spChg>
        <pc:spChg chg="del">
          <ac:chgData name="Hemanth Padamati" userId="S::hemanth.padamati@valuemomentum.com::7f7b3076-85e0-4954-9ea0-290c152d56d8" providerId="AD" clId="Web-{47DACBAF-7BF3-5D38-15D8-07D873B3671B}" dt="2026-10-06T06:23:59.077" v="47"/>
          <ac:spMkLst>
            <pc:docMk/>
            <pc:sldMk cId="633328284" sldId="259"/>
            <ac:spMk id="23" creationId="{BF7FCD54-0760-8C21-1D5B-F13BE0BC1B7A}"/>
          </ac:spMkLst>
        </pc:spChg>
        <pc:spChg chg="del">
          <ac:chgData name="Hemanth Padamati" userId="S::hemanth.padamati@valuemomentum.com::7f7b3076-85e0-4954-9ea0-290c152d56d8" providerId="AD" clId="Web-{47DACBAF-7BF3-5D38-15D8-07D873B3671B}" dt="2026-10-06T06:23:59.077" v="46"/>
          <ac:spMkLst>
            <pc:docMk/>
            <pc:sldMk cId="633328284" sldId="259"/>
            <ac:spMk id="25" creationId="{2E8F47D5-4FA8-E0D2-904C-9147FA1A0C1E}"/>
          </ac:spMkLst>
        </pc:spChg>
        <pc:spChg chg="del">
          <ac:chgData name="Hemanth Padamati" userId="S::hemanth.padamati@valuemomentum.com::7f7b3076-85e0-4954-9ea0-290c152d56d8" providerId="AD" clId="Web-{47DACBAF-7BF3-5D38-15D8-07D873B3671B}" dt="2026-10-06T06:23:59.077" v="45"/>
          <ac:spMkLst>
            <pc:docMk/>
            <pc:sldMk cId="633328284" sldId="259"/>
            <ac:spMk id="27" creationId="{290257B0-2630-A1F7-3999-A4490FD7264B}"/>
          </ac:spMkLst>
        </pc:spChg>
        <pc:spChg chg="del">
          <ac:chgData name="Hemanth Padamati" userId="S::hemanth.padamati@valuemomentum.com::7f7b3076-85e0-4954-9ea0-290c152d56d8" providerId="AD" clId="Web-{47DACBAF-7BF3-5D38-15D8-07D873B3671B}" dt="2026-10-06T06:23:59.077" v="44"/>
          <ac:spMkLst>
            <pc:docMk/>
            <pc:sldMk cId="633328284" sldId="259"/>
            <ac:spMk id="29" creationId="{A2973C65-974C-2541-F7D9-E3B5888BDF60}"/>
          </ac:spMkLst>
        </pc:spChg>
        <pc:spChg chg="del">
          <ac:chgData name="Hemanth Padamati" userId="S::hemanth.padamati@valuemomentum.com::7f7b3076-85e0-4954-9ea0-290c152d56d8" providerId="AD" clId="Web-{47DACBAF-7BF3-5D38-15D8-07D873B3671B}" dt="2026-10-06T06:23:59.077" v="43"/>
          <ac:spMkLst>
            <pc:docMk/>
            <pc:sldMk cId="633328284" sldId="259"/>
            <ac:spMk id="31" creationId="{F1776FE1-C6A4-27B1-5EA2-23F9DF0B322A}"/>
          </ac:spMkLst>
        </pc:spChg>
        <pc:spChg chg="del">
          <ac:chgData name="Hemanth Padamati" userId="S::hemanth.padamati@valuemomentum.com::7f7b3076-85e0-4954-9ea0-290c152d56d8" providerId="AD" clId="Web-{47DACBAF-7BF3-5D38-15D8-07D873B3671B}" dt="2026-10-06T06:23:59.077" v="42"/>
          <ac:spMkLst>
            <pc:docMk/>
            <pc:sldMk cId="633328284" sldId="259"/>
            <ac:spMk id="35" creationId="{918A139E-8756-9007-08CC-641ED8475EB1}"/>
          </ac:spMkLst>
        </pc:spChg>
        <pc:spChg chg="del">
          <ac:chgData name="Hemanth Padamati" userId="S::hemanth.padamati@valuemomentum.com::7f7b3076-85e0-4954-9ea0-290c152d56d8" providerId="AD" clId="Web-{47DACBAF-7BF3-5D38-15D8-07D873B3671B}" dt="2026-10-06T06:23:59.077" v="41"/>
          <ac:spMkLst>
            <pc:docMk/>
            <pc:sldMk cId="633328284" sldId="259"/>
            <ac:spMk id="37" creationId="{EE790DCA-EF56-3C56-A49C-A47FB80F4CFF}"/>
          </ac:spMkLst>
        </pc:spChg>
        <pc:spChg chg="del">
          <ac:chgData name="Hemanth Padamati" userId="S::hemanth.padamati@valuemomentum.com::7f7b3076-85e0-4954-9ea0-290c152d56d8" providerId="AD" clId="Web-{47DACBAF-7BF3-5D38-15D8-07D873B3671B}" dt="2026-10-06T06:23:59.077" v="40"/>
          <ac:spMkLst>
            <pc:docMk/>
            <pc:sldMk cId="633328284" sldId="259"/>
            <ac:spMk id="39" creationId="{771099FA-9F4D-D369-A579-E8CD7432E541}"/>
          </ac:spMkLst>
        </pc:spChg>
        <pc:spChg chg="del">
          <ac:chgData name="Hemanth Padamati" userId="S::hemanth.padamati@valuemomentum.com::7f7b3076-85e0-4954-9ea0-290c152d56d8" providerId="AD" clId="Web-{47DACBAF-7BF3-5D38-15D8-07D873B3671B}" dt="2026-10-06T06:23:59.077" v="39"/>
          <ac:spMkLst>
            <pc:docMk/>
            <pc:sldMk cId="633328284" sldId="259"/>
            <ac:spMk id="41" creationId="{4B185EA5-C563-1B5A-6A6B-7650A721FA0D}"/>
          </ac:spMkLst>
        </pc:spChg>
        <pc:spChg chg="del">
          <ac:chgData name="Hemanth Padamati" userId="S::hemanth.padamati@valuemomentum.com::7f7b3076-85e0-4954-9ea0-290c152d56d8" providerId="AD" clId="Web-{47DACBAF-7BF3-5D38-15D8-07D873B3671B}" dt="2026-10-06T06:23:59.077" v="38"/>
          <ac:spMkLst>
            <pc:docMk/>
            <pc:sldMk cId="633328284" sldId="259"/>
            <ac:spMk id="43" creationId="{F7D79B3B-627D-F71C-9E83-8E19F3E716DF}"/>
          </ac:spMkLst>
        </pc:spChg>
        <pc:picChg chg="add mod">
          <ac:chgData name="Hemanth Padamati" userId="S::hemanth.padamati@valuemomentum.com::7f7b3076-85e0-4954-9ea0-290c152d56d8" providerId="AD" clId="Web-{47DACBAF-7BF3-5D38-15D8-07D873B3671B}" dt="2026-10-06T06:24:03.155" v="56"/>
          <ac:picMkLst>
            <pc:docMk/>
            <pc:sldMk cId="633328284" sldId="259"/>
            <ac:picMk id="2" creationId="{9D416644-9FBE-A220-11FE-F3FFA19132B2}"/>
          </ac:picMkLst>
        </pc:picChg>
        <pc:picChg chg="del">
          <ac:chgData name="Hemanth Padamati" userId="S::hemanth.padamati@valuemomentum.com::7f7b3076-85e0-4954-9ea0-290c152d56d8" providerId="AD" clId="Web-{47DACBAF-7BF3-5D38-15D8-07D873B3671B}" dt="2026-10-06T06:23:59.077" v="37"/>
          <ac:picMkLst>
            <pc:docMk/>
            <pc:sldMk cId="633328284" sldId="259"/>
            <ac:picMk id="3" creationId="{79E139B5-2D4C-DC5F-F55E-05BD73FB0414}"/>
          </ac:picMkLst>
        </pc:picChg>
        <pc:picChg chg="del">
          <ac:chgData name="Hemanth Padamati" userId="S::hemanth.padamati@valuemomentum.com::7f7b3076-85e0-4954-9ea0-290c152d56d8" providerId="AD" clId="Web-{47DACBAF-7BF3-5D38-15D8-07D873B3671B}" dt="2026-10-06T06:23:59.092" v="55"/>
          <ac:picMkLst>
            <pc:docMk/>
            <pc:sldMk cId="633328284" sldId="259"/>
            <ac:picMk id="5" creationId="{52EDF3F3-C8ED-0BFB-2E74-E22F2FB285CB}"/>
          </ac:picMkLst>
        </pc:picChg>
      </pc:sldChg>
    </pc:docChg>
  </pc:docChgLst>
  <pc:docChgLst>
    <pc:chgData name="Anudeep Gurrala" userId="S::anudeep.gurrala@valuemomentum.com::5da5624e-760b-41ff-b816-c9a13b5dae73" providerId="AD" clId="Web-{00000000-0000-0000-0000-000000000000}"/>
    <pc:docChg chg="addSld modSld sldOrd">
      <pc:chgData name="Anudeep Gurrala" userId="S::anudeep.gurrala@valuemomentum.com::5da5624e-760b-41ff-b816-c9a13b5dae73" providerId="AD" clId="Web-{00000000-0000-0000-0000-000000000000}" dt="2026-10-06T09:16:04.012" v="110" actId="1076"/>
      <pc:docMkLst>
        <pc:docMk/>
      </pc:docMkLst>
      <pc:sldChg chg="modSp">
        <pc:chgData name="Anudeep Gurrala" userId="S::anudeep.gurrala@valuemomentum.com::5da5624e-760b-41ff-b816-c9a13b5dae73" providerId="AD" clId="Web-{00000000-0000-0000-0000-000000000000}" dt="2026-10-06T09:04:51.843" v="76" actId="14100"/>
        <pc:sldMkLst>
          <pc:docMk/>
          <pc:sldMk cId="1503595699" sldId="267"/>
        </pc:sldMkLst>
        <pc:spChg chg="mod">
          <ac:chgData name="Anudeep Gurrala" userId="S::anudeep.gurrala@valuemomentum.com::5da5624e-760b-41ff-b816-c9a13b5dae73" providerId="AD" clId="Web-{00000000-0000-0000-0000-000000000000}" dt="2026-10-06T09:04:51.843" v="76" actId="14100"/>
          <ac:spMkLst>
            <pc:docMk/>
            <pc:sldMk cId="1503595699" sldId="267"/>
            <ac:spMk id="35" creationId="{628DC848-E5F8-1E08-582D-62B84DED9BD7}"/>
          </ac:spMkLst>
        </pc:spChg>
      </pc:sldChg>
      <pc:sldChg chg="addSp delSp modSp add ord replId">
        <pc:chgData name="Anudeep Gurrala" userId="S::anudeep.gurrala@valuemomentum.com::5da5624e-760b-41ff-b816-c9a13b5dae73" providerId="AD" clId="Web-{00000000-0000-0000-0000-000000000000}" dt="2026-10-06T09:16:04.012" v="110" actId="1076"/>
        <pc:sldMkLst>
          <pc:docMk/>
          <pc:sldMk cId="3158682910" sldId="273"/>
        </pc:sldMkLst>
        <pc:spChg chg="add mod">
          <ac:chgData name="Anudeep Gurrala" userId="S::anudeep.gurrala@valuemomentum.com::5da5624e-760b-41ff-b816-c9a13b5dae73" providerId="AD" clId="Web-{00000000-0000-0000-0000-000000000000}" dt="2026-10-06T09:15:07.401" v="107" actId="14100"/>
          <ac:spMkLst>
            <pc:docMk/>
            <pc:sldMk cId="3158682910" sldId="273"/>
            <ac:spMk id="3" creationId="{80D18F12-FB57-F31D-6C09-882EB02CA8C2}"/>
          </ac:spMkLst>
        </pc:spChg>
        <pc:spChg chg="add mod">
          <ac:chgData name="Anudeep Gurrala" userId="S::anudeep.gurrala@valuemomentum.com::5da5624e-760b-41ff-b816-c9a13b5dae73" providerId="AD" clId="Web-{00000000-0000-0000-0000-000000000000}" dt="2026-10-06T09:16:04.012" v="110" actId="1076"/>
          <ac:spMkLst>
            <pc:docMk/>
            <pc:sldMk cId="3158682910" sldId="273"/>
            <ac:spMk id="8" creationId="{1CD4F202-4CD7-04AD-4EA1-AC4082F53324}"/>
          </ac:spMkLst>
        </pc:spChg>
        <pc:spChg chg="mod">
          <ac:chgData name="Anudeep Gurrala" userId="S::anudeep.gurrala@valuemomentum.com::5da5624e-760b-41ff-b816-c9a13b5dae73" providerId="AD" clId="Web-{00000000-0000-0000-0000-000000000000}" dt="2026-10-06T08:55:30.733" v="26" actId="20577"/>
          <ac:spMkLst>
            <pc:docMk/>
            <pc:sldMk cId="3158682910" sldId="273"/>
            <ac:spMk id="13" creationId="{81E0DB72-1FAD-22D5-FA43-171063D7FE4E}"/>
          </ac:spMkLst>
        </pc:spChg>
        <pc:spChg chg="mod">
          <ac:chgData name="Anudeep Gurrala" userId="S::anudeep.gurrala@valuemomentum.com::5da5624e-760b-41ff-b816-c9a13b5dae73" providerId="AD" clId="Web-{00000000-0000-0000-0000-000000000000}" dt="2026-10-06T08:58:11.858" v="59" actId="20577"/>
          <ac:spMkLst>
            <pc:docMk/>
            <pc:sldMk cId="3158682910" sldId="273"/>
            <ac:spMk id="23" creationId="{D13A3B95-4622-7E8B-6D94-50ACBFF4311D}"/>
          </ac:spMkLst>
        </pc:spChg>
        <pc:spChg chg="mod">
          <ac:chgData name="Anudeep Gurrala" userId="S::anudeep.gurrala@valuemomentum.com::5da5624e-760b-41ff-b816-c9a13b5dae73" providerId="AD" clId="Web-{00000000-0000-0000-0000-000000000000}" dt="2026-10-06T09:08:16.070" v="91" actId="14100"/>
          <ac:spMkLst>
            <pc:docMk/>
            <pc:sldMk cId="3158682910" sldId="273"/>
            <ac:spMk id="25" creationId="{05B3DFDE-40D0-F32C-0755-89A558CCDE3A}"/>
          </ac:spMkLst>
        </pc:spChg>
        <pc:spChg chg="del">
          <ac:chgData name="Anudeep Gurrala" userId="S::anudeep.gurrala@valuemomentum.com::5da5624e-760b-41ff-b816-c9a13b5dae73" providerId="AD" clId="Web-{00000000-0000-0000-0000-000000000000}" dt="2026-10-06T09:03:37.793" v="67"/>
          <ac:spMkLst>
            <pc:docMk/>
            <pc:sldMk cId="3158682910" sldId="273"/>
            <ac:spMk id="31" creationId="{6B7F96ED-E78B-C138-3BA8-38E16E28662D}"/>
          </ac:spMkLst>
        </pc:spChg>
        <pc:spChg chg="del mod">
          <ac:chgData name="Anudeep Gurrala" userId="S::anudeep.gurrala@valuemomentum.com::5da5624e-760b-41ff-b816-c9a13b5dae73" providerId="AD" clId="Web-{00000000-0000-0000-0000-000000000000}" dt="2026-10-06T09:06:15.924" v="84"/>
          <ac:spMkLst>
            <pc:docMk/>
            <pc:sldMk cId="3158682910" sldId="273"/>
            <ac:spMk id="33" creationId="{FA1F7FD1-56C2-2170-D671-150986A944B7}"/>
          </ac:spMkLst>
        </pc:spChg>
        <pc:spChg chg="del mod">
          <ac:chgData name="Anudeep Gurrala" userId="S::anudeep.gurrala@valuemomentum.com::5da5624e-760b-41ff-b816-c9a13b5dae73" providerId="AD" clId="Web-{00000000-0000-0000-0000-000000000000}" dt="2026-10-06T09:05:04.453" v="77"/>
          <ac:spMkLst>
            <pc:docMk/>
            <pc:sldMk cId="3158682910" sldId="273"/>
            <ac:spMk id="35" creationId="{4EA2A3A6-9D59-A68C-B32A-467EF8158B1B}"/>
          </ac:spMkLst>
        </pc:spChg>
        <pc:spChg chg="del mod">
          <ac:chgData name="Anudeep Gurrala" userId="S::anudeep.gurrala@valuemomentum.com::5da5624e-760b-41ff-b816-c9a13b5dae73" providerId="AD" clId="Web-{00000000-0000-0000-0000-000000000000}" dt="2026-10-06T09:05:52.314" v="80"/>
          <ac:spMkLst>
            <pc:docMk/>
            <pc:sldMk cId="3158682910" sldId="273"/>
            <ac:spMk id="37" creationId="{E512CC5B-AD3D-726B-334C-269D468459BB}"/>
          </ac:spMkLst>
        </pc:spChg>
        <pc:spChg chg="mod">
          <ac:chgData name="Anudeep Gurrala" userId="S::anudeep.gurrala@valuemomentum.com::5da5624e-760b-41ff-b816-c9a13b5dae73" providerId="AD" clId="Web-{00000000-0000-0000-0000-000000000000}" dt="2026-10-06T09:13:27.919" v="103" actId="20577"/>
          <ac:spMkLst>
            <pc:docMk/>
            <pc:sldMk cId="3158682910" sldId="273"/>
            <ac:spMk id="43" creationId="{8F96DA15-6B79-816D-FEA2-18569598B79D}"/>
          </ac:spMkLst>
        </pc:spChg>
        <pc:picChg chg="mod">
          <ac:chgData name="Anudeep Gurrala" userId="S::anudeep.gurrala@valuemomentum.com::5da5624e-760b-41ff-b816-c9a13b5dae73" providerId="AD" clId="Web-{00000000-0000-0000-0000-000000000000}" dt="2026-10-06T08:56:07.593" v="28" actId="14100"/>
          <ac:picMkLst>
            <pc:docMk/>
            <pc:sldMk cId="3158682910" sldId="273"/>
            <ac:picMk id="4" creationId="{264B6D4B-EDE7-3A50-700D-F31FE5314358}"/>
          </ac:picMkLst>
        </pc:picChg>
      </pc:sldChg>
    </pc:docChg>
  </pc:docChgLst>
  <pc:docChgLst>
    <pc:chgData name="Abhilash Sudhala" userId="S::abhilash.sudhala@valuemomentum.com::7bb635c3-9966-4f7d-8e11-226192b12812" providerId="AD" clId="Web-{00000000-0000-0000-0000-000000000000}"/>
    <pc:docChg chg="addSld delSld modSld">
      <pc:chgData name="Abhilash Sudhala" userId="S::abhilash.sudhala@valuemomentum.com::7bb635c3-9966-4f7d-8e11-226192b12812" providerId="AD" clId="Web-{00000000-0000-0000-0000-000000000000}" dt="2026-10-06T07:46:17.285" v="114" actId="20577"/>
      <pc:docMkLst>
        <pc:docMk/>
      </pc:docMkLst>
      <pc:sldChg chg="new del">
        <pc:chgData name="Abhilash Sudhala" userId="S::abhilash.sudhala@valuemomentum.com::7bb635c3-9966-4f7d-8e11-226192b12812" providerId="AD" clId="Web-{00000000-0000-0000-0000-000000000000}" dt="2026-10-06T07:10:57.109" v="2"/>
        <pc:sldMkLst>
          <pc:docMk/>
          <pc:sldMk cId="918801743" sldId="261"/>
        </pc:sldMkLst>
      </pc:sldChg>
      <pc:sldChg chg="modSp add">
        <pc:chgData name="Abhilash Sudhala" userId="S::abhilash.sudhala@valuemomentum.com::7bb635c3-9966-4f7d-8e11-226192b12812" providerId="AD" clId="Web-{00000000-0000-0000-0000-000000000000}" dt="2026-10-06T07:46:17.285" v="114" actId="20577"/>
        <pc:sldMkLst>
          <pc:docMk/>
          <pc:sldMk cId="1128588084" sldId="262"/>
        </pc:sldMkLst>
        <pc:spChg chg="mod">
          <ac:chgData name="Abhilash Sudhala" userId="S::abhilash.sudhala@valuemomentum.com::7bb635c3-9966-4f7d-8e11-226192b12812" providerId="AD" clId="Web-{00000000-0000-0000-0000-000000000000}" dt="2026-10-06T07:40:02.208" v="95" actId="14100"/>
          <ac:spMkLst>
            <pc:docMk/>
            <pc:sldMk cId="1128588084" sldId="262"/>
            <ac:spMk id="17" creationId="{37B62438-D8D0-4095-DB6A-1308E0809291}"/>
          </ac:spMkLst>
        </pc:spChg>
        <pc:spChg chg="mod">
          <ac:chgData name="Abhilash Sudhala" userId="S::abhilash.sudhala@valuemomentum.com::7bb635c3-9966-4f7d-8e11-226192b12812" providerId="AD" clId="Web-{00000000-0000-0000-0000-000000000000}" dt="2026-10-06T07:20:47.710" v="39" actId="20577"/>
          <ac:spMkLst>
            <pc:docMk/>
            <pc:sldMk cId="1128588084" sldId="262"/>
            <ac:spMk id="19" creationId="{2B818FD1-FE78-9FE2-08BF-B898088A2D71}"/>
          </ac:spMkLst>
        </pc:spChg>
        <pc:spChg chg="mod">
          <ac:chgData name="Abhilash Sudhala" userId="S::abhilash.sudhala@valuemomentum.com::7bb635c3-9966-4f7d-8e11-226192b12812" providerId="AD" clId="Web-{00000000-0000-0000-0000-000000000000}" dt="2026-10-06T07:46:17.285" v="114" actId="20577"/>
          <ac:spMkLst>
            <pc:docMk/>
            <pc:sldMk cId="1128588084" sldId="262"/>
            <ac:spMk id="23" creationId="{F24D3471-5B7A-6469-823A-CA02E539AAE2}"/>
          </ac:spMkLst>
        </pc:spChg>
        <pc:spChg chg="mod">
          <ac:chgData name="Abhilash Sudhala" userId="S::abhilash.sudhala@valuemomentum.com::7bb635c3-9966-4f7d-8e11-226192b12812" providerId="AD" clId="Web-{00000000-0000-0000-0000-000000000000}" dt="2026-10-06T07:41:42.290" v="99" actId="14100"/>
          <ac:spMkLst>
            <pc:docMk/>
            <pc:sldMk cId="1128588084" sldId="262"/>
            <ac:spMk id="25" creationId="{101639F8-74CD-3F0A-F6FD-E1226F0B2A7E}"/>
          </ac:spMkLst>
        </pc:spChg>
        <pc:spChg chg="mod">
          <ac:chgData name="Abhilash Sudhala" userId="S::abhilash.sudhala@valuemomentum.com::7bb635c3-9966-4f7d-8e11-226192b12812" providerId="AD" clId="Web-{00000000-0000-0000-0000-000000000000}" dt="2026-10-06T07:41:08.351" v="97" actId="14100"/>
          <ac:spMkLst>
            <pc:docMk/>
            <pc:sldMk cId="1128588084" sldId="262"/>
            <ac:spMk id="33" creationId="{C9400C06-CA41-9B74-7912-59ABC4BB1576}"/>
          </ac:spMkLst>
        </pc:spChg>
        <pc:spChg chg="mod">
          <ac:chgData name="Abhilash Sudhala" userId="S::abhilash.sudhala@valuemomentum.com::7bb635c3-9966-4f7d-8e11-226192b12812" providerId="AD" clId="Web-{00000000-0000-0000-0000-000000000000}" dt="2026-10-06T07:43:04.434" v="104" actId="20577"/>
          <ac:spMkLst>
            <pc:docMk/>
            <pc:sldMk cId="1128588084" sldId="262"/>
            <ac:spMk id="35" creationId="{628DC848-E5F8-1E08-582D-62B84DED9BD7}"/>
          </ac:spMkLst>
        </pc:spChg>
        <pc:spChg chg="mod">
          <ac:chgData name="Abhilash Sudhala" userId="S::abhilash.sudhala@valuemomentum.com::7bb635c3-9966-4f7d-8e11-226192b12812" providerId="AD" clId="Web-{00000000-0000-0000-0000-000000000000}" dt="2026-10-06T07:20:25.287" v="34" actId="14100"/>
          <ac:spMkLst>
            <pc:docMk/>
            <pc:sldMk cId="1128588084" sldId="262"/>
            <ac:spMk id="37" creationId="{072A2916-C4C8-DA04-F88D-EC02EF005AE9}"/>
          </ac:spMkLst>
        </pc:spChg>
        <pc:spChg chg="mod">
          <ac:chgData name="Abhilash Sudhala" userId="S::abhilash.sudhala@valuemomentum.com::7bb635c3-9966-4f7d-8e11-226192b12812" providerId="AD" clId="Web-{00000000-0000-0000-0000-000000000000}" dt="2026-10-06T07:22:27.464" v="40" actId="14100"/>
          <ac:spMkLst>
            <pc:docMk/>
            <pc:sldMk cId="1128588084" sldId="262"/>
            <ac:spMk id="43" creationId="{7E2C7A82-D5D9-1F20-07BD-CCC9DF7F970F}"/>
          </ac:spMkLst>
        </pc:spChg>
      </pc:sldChg>
    </pc:docChg>
  </pc:docChgLst>
  <pc:docChgLst>
    <pc:chgData name="Kavya Shree Ramasamy" userId="S::kavyashree.ramasamy@valuemomentum.com::f2c14a15-5ec8-473b-8c34-49a9a03a86e7" providerId="AD" clId="Web-{7A74F049-287F-2000-190F-2F8F0532246B}"/>
    <pc:docChg chg="addSld modSld sldOrd">
      <pc:chgData name="Kavya Shree Ramasamy" userId="S::kavyashree.ramasamy@valuemomentum.com::f2c14a15-5ec8-473b-8c34-49a9a03a86e7" providerId="AD" clId="Web-{7A74F049-287F-2000-190F-2F8F0532246B}" dt="2026-10-06T09:53:57.105" v="214" actId="20577"/>
      <pc:docMkLst>
        <pc:docMk/>
      </pc:docMkLst>
      <pc:sldChg chg="modSp add ord replId">
        <pc:chgData name="Kavya Shree Ramasamy" userId="S::kavyashree.ramasamy@valuemomentum.com::f2c14a15-5ec8-473b-8c34-49a9a03a86e7" providerId="AD" clId="Web-{7A74F049-287F-2000-190F-2F8F0532246B}" dt="2026-10-06T09:53:57.105" v="214" actId="20577"/>
        <pc:sldMkLst>
          <pc:docMk/>
          <pc:sldMk cId="2282488721" sldId="275"/>
        </pc:sldMkLst>
        <pc:spChg chg="mod">
          <ac:chgData name="Kavya Shree Ramasamy" userId="S::kavyashree.ramasamy@valuemomentum.com::f2c14a15-5ec8-473b-8c34-49a9a03a86e7" providerId="AD" clId="Web-{7A74F049-287F-2000-190F-2F8F0532246B}" dt="2026-10-06T09:00:08.438" v="19" actId="20577"/>
          <ac:spMkLst>
            <pc:docMk/>
            <pc:sldMk cId="2282488721" sldId="275"/>
            <ac:spMk id="13" creationId="{8A2D911E-BC4D-A2CA-4EF4-1B4FF8474BD5}"/>
          </ac:spMkLst>
        </pc:spChg>
        <pc:spChg chg="mod">
          <ac:chgData name="Kavya Shree Ramasamy" userId="S::kavyashree.ramasamy@valuemomentum.com::f2c14a15-5ec8-473b-8c34-49a9a03a86e7" providerId="AD" clId="Web-{7A74F049-287F-2000-190F-2F8F0532246B}" dt="2026-10-06T09:52:05.070" v="190" actId="20577"/>
          <ac:spMkLst>
            <pc:docMk/>
            <pc:sldMk cId="2282488721" sldId="275"/>
            <ac:spMk id="23" creationId="{7C15BBA9-CE25-9FC3-CFFC-DD864F349CF4}"/>
          </ac:spMkLst>
        </pc:spChg>
        <pc:spChg chg="mod">
          <ac:chgData name="Kavya Shree Ramasamy" userId="S::kavyashree.ramasamy@valuemomentum.com::f2c14a15-5ec8-473b-8c34-49a9a03a86e7" providerId="AD" clId="Web-{7A74F049-287F-2000-190F-2F8F0532246B}" dt="2026-10-06T09:48:52.642" v="186" actId="20577"/>
          <ac:spMkLst>
            <pc:docMk/>
            <pc:sldMk cId="2282488721" sldId="275"/>
            <ac:spMk id="37" creationId="{AA1DB646-0670-9538-BE9E-F627C3B893FC}"/>
          </ac:spMkLst>
        </pc:spChg>
        <pc:spChg chg="mod">
          <ac:chgData name="Kavya Shree Ramasamy" userId="S::kavyashree.ramasamy@valuemomentum.com::f2c14a15-5ec8-473b-8c34-49a9a03a86e7" providerId="AD" clId="Web-{7A74F049-287F-2000-190F-2F8F0532246B}" dt="2026-10-06T09:53:57.105" v="214" actId="20577"/>
          <ac:spMkLst>
            <pc:docMk/>
            <pc:sldMk cId="2282488721" sldId="275"/>
            <ac:spMk id="43" creationId="{060E03B5-7AA7-1AEE-6441-657E9194976F}"/>
          </ac:spMkLst>
        </pc:spChg>
        <pc:picChg chg="mod">
          <ac:chgData name="Kavya Shree Ramasamy" userId="S::kavyashree.ramasamy@valuemomentum.com::f2c14a15-5ec8-473b-8c34-49a9a03a86e7" providerId="AD" clId="Web-{7A74F049-287F-2000-190F-2F8F0532246B}" dt="2026-10-06T09:02:49.474" v="50"/>
          <ac:picMkLst>
            <pc:docMk/>
            <pc:sldMk cId="2282488721" sldId="275"/>
            <ac:picMk id="3" creationId="{8FF8A9DC-FDF4-7C19-5017-46DF9C15DCE1}"/>
          </ac:picMkLst>
        </pc:picChg>
      </pc:sldChg>
    </pc:docChg>
  </pc:docChgLst>
  <pc:docChgLst>
    <pc:chgData name="Abhilash Sudhala" userId="S::abhilash.sudhala@valuemomentum.com::7bb635c3-9966-4f7d-8e11-226192b12812" providerId="AD" clId="Web-{59D06ACF-9E8A-A34B-4E77-DF1FA22BA3B0}"/>
    <pc:docChg chg="modSld">
      <pc:chgData name="Abhilash Sudhala" userId="S::abhilash.sudhala@valuemomentum.com::7bb635c3-9966-4f7d-8e11-226192b12812" providerId="AD" clId="Web-{59D06ACF-9E8A-A34B-4E77-DF1FA22BA3B0}" dt="2026-10-06T08:54:30.200" v="120" actId="20577"/>
      <pc:docMkLst>
        <pc:docMk/>
      </pc:docMkLst>
      <pc:sldChg chg="modSp">
        <pc:chgData name="Abhilash Sudhala" userId="S::abhilash.sudhala@valuemomentum.com::7bb635c3-9966-4f7d-8e11-226192b12812" providerId="AD" clId="Web-{59D06ACF-9E8A-A34B-4E77-DF1FA22BA3B0}" dt="2026-10-06T08:54:30.200" v="120" actId="20577"/>
        <pc:sldMkLst>
          <pc:docMk/>
          <pc:sldMk cId="1128588084" sldId="262"/>
        </pc:sldMkLst>
        <pc:spChg chg="mod">
          <ac:chgData name="Abhilash Sudhala" userId="S::abhilash.sudhala@valuemomentum.com::7bb635c3-9966-4f7d-8e11-226192b12812" providerId="AD" clId="Web-{59D06ACF-9E8A-A34B-4E77-DF1FA22BA3B0}" dt="2026-10-06T08:54:30.200" v="120" actId="20577"/>
          <ac:spMkLst>
            <pc:docMk/>
            <pc:sldMk cId="1128588084" sldId="262"/>
            <ac:spMk id="23" creationId="{F24D3471-5B7A-6469-823A-CA02E539AAE2}"/>
          </ac:spMkLst>
        </pc:spChg>
        <pc:spChg chg="mod">
          <ac:chgData name="Abhilash Sudhala" userId="S::abhilash.sudhala@valuemomentum.com::7bb635c3-9966-4f7d-8e11-226192b12812" providerId="AD" clId="Web-{59D06ACF-9E8A-A34B-4E77-DF1FA22BA3B0}" dt="2026-10-06T08:41:30.548" v="7" actId="20577"/>
          <ac:spMkLst>
            <pc:docMk/>
            <pc:sldMk cId="1128588084" sldId="262"/>
            <ac:spMk id="35" creationId="{628DC848-E5F8-1E08-582D-62B84DED9BD7}"/>
          </ac:spMkLst>
        </pc:spChg>
        <pc:spChg chg="mod">
          <ac:chgData name="Abhilash Sudhala" userId="S::abhilash.sudhala@valuemomentum.com::7bb635c3-9966-4f7d-8e11-226192b12812" providerId="AD" clId="Web-{59D06ACF-9E8A-A34B-4E77-DF1FA22BA3B0}" dt="2026-10-06T08:41:02.469" v="3" actId="20577"/>
          <ac:spMkLst>
            <pc:docMk/>
            <pc:sldMk cId="1128588084" sldId="262"/>
            <ac:spMk id="37" creationId="{072A2916-C4C8-DA04-F88D-EC02EF005AE9}"/>
          </ac:spMkLst>
        </pc:spChg>
        <pc:spChg chg="mod">
          <ac:chgData name="Abhilash Sudhala" userId="S::abhilash.sudhala@valuemomentum.com::7bb635c3-9966-4f7d-8e11-226192b12812" providerId="AD" clId="Web-{59D06ACF-9E8A-A34B-4E77-DF1FA22BA3B0}" dt="2026-10-06T08:51:01.177" v="92" actId="20577"/>
          <ac:spMkLst>
            <pc:docMk/>
            <pc:sldMk cId="1128588084" sldId="262"/>
            <ac:spMk id="43" creationId="{7E2C7A82-D5D9-1F20-07BD-CCC9DF7F970F}"/>
          </ac:spMkLst>
        </pc:spChg>
      </pc:sldChg>
    </pc:docChg>
  </pc:docChgLst>
  <pc:docChgLst>
    <pc:chgData name="Mayank Sahu" userId="S::mayank.sahu@valuemomentum.com::4f079f6a-66ba-4837-9cf6-2f74864da905" providerId="AD" clId="Web-{794C3422-4E88-C561-392A-CCE2699D9D0B}"/>
    <pc:docChg chg="addSld delSld modSld">
      <pc:chgData name="Mayank Sahu" userId="S::mayank.sahu@valuemomentum.com::4f079f6a-66ba-4837-9cf6-2f74864da905" providerId="AD" clId="Web-{794C3422-4E88-C561-392A-CCE2699D9D0B}" dt="2026-10-06T09:04:57.157" v="17"/>
      <pc:docMkLst>
        <pc:docMk/>
      </pc:docMkLst>
      <pc:sldChg chg="modSp del">
        <pc:chgData name="Mayank Sahu" userId="S::mayank.sahu@valuemomentum.com::4f079f6a-66ba-4837-9cf6-2f74864da905" providerId="AD" clId="Web-{794C3422-4E88-C561-392A-CCE2699D9D0B}" dt="2026-10-06T09:04:57.157" v="17"/>
        <pc:sldMkLst>
          <pc:docMk/>
          <pc:sldMk cId="1715928320" sldId="265"/>
        </pc:sldMkLst>
        <pc:spChg chg="mod">
          <ac:chgData name="Mayank Sahu" userId="S::mayank.sahu@valuemomentum.com::4f079f6a-66ba-4837-9cf6-2f74864da905" providerId="AD" clId="Web-{794C3422-4E88-C561-392A-CCE2699D9D0B}" dt="2026-10-06T09:00:33.507" v="15" actId="20577"/>
          <ac:spMkLst>
            <pc:docMk/>
            <pc:sldMk cId="1715928320" sldId="265"/>
            <ac:spMk id="23" creationId="{F24D3471-5B7A-6469-823A-CA02E539AAE2}"/>
          </ac:spMkLst>
        </pc:spChg>
      </pc:sldChg>
      <pc:sldChg chg="add">
        <pc:chgData name="Mayank Sahu" userId="S::mayank.sahu@valuemomentum.com::4f079f6a-66ba-4837-9cf6-2f74864da905" providerId="AD" clId="Web-{794C3422-4E88-C561-392A-CCE2699D9D0B}" dt="2026-10-06T09:04:41.594" v="16"/>
        <pc:sldMkLst>
          <pc:docMk/>
          <pc:sldMk cId="1722966700" sldId="276"/>
        </pc:sldMkLst>
      </pc:sldChg>
    </pc:docChg>
  </pc:docChgLst>
  <pc:docChgLst>
    <pc:chgData name="Sai Karuna Paramaiahgari" userId="S::saikaruna.paramaiahgari@valuemomentum.com::d12cca50-93ba-4a6b-add6-3d4de103d5ed" providerId="AD" clId="Web-{00000000-0000-0000-0000-000000000000}"/>
    <pc:docChg chg="modSld">
      <pc:chgData name="Sai Karuna Paramaiahgari" userId="S::saikaruna.paramaiahgari@valuemomentum.com::d12cca50-93ba-4a6b-add6-3d4de103d5ed" providerId="AD" clId="Web-{00000000-0000-0000-0000-000000000000}" dt="2026-10-06T07:25:18.993" v="34" actId="14100"/>
      <pc:docMkLst>
        <pc:docMk/>
      </pc:docMkLst>
      <pc:sldChg chg="modSp">
        <pc:chgData name="Sai Karuna Paramaiahgari" userId="S::saikaruna.paramaiahgari@valuemomentum.com::d12cca50-93ba-4a6b-add6-3d4de103d5ed" providerId="AD" clId="Web-{00000000-0000-0000-0000-000000000000}" dt="2026-10-06T07:25:18.993" v="34" actId="14100"/>
        <pc:sldMkLst>
          <pc:docMk/>
          <pc:sldMk cId="2926458250" sldId="257"/>
        </pc:sldMkLst>
        <pc:spChg chg="mod">
          <ac:chgData name="Sai Karuna Paramaiahgari" userId="S::saikaruna.paramaiahgari@valuemomentum.com::d12cca50-93ba-4a6b-add6-3d4de103d5ed" providerId="AD" clId="Web-{00000000-0000-0000-0000-000000000000}" dt="2026-10-06T07:25:18.993" v="34" actId="14100"/>
          <ac:spMkLst>
            <pc:docMk/>
            <pc:sldMk cId="2926458250" sldId="257"/>
            <ac:spMk id="23" creationId="{AEE46896-1E35-423C-67D7-B28DA22A75B2}"/>
          </ac:spMkLst>
        </pc:spChg>
        <pc:picChg chg="mod">
          <ac:chgData name="Sai Karuna Paramaiahgari" userId="S::saikaruna.paramaiahgari@valuemomentum.com::d12cca50-93ba-4a6b-add6-3d4de103d5ed" providerId="AD" clId="Web-{00000000-0000-0000-0000-000000000000}" dt="2026-10-06T07:08:49.603" v="3" actId="14100"/>
          <ac:picMkLst>
            <pc:docMk/>
            <pc:sldMk cId="2926458250" sldId="257"/>
            <ac:picMk id="3" creationId="{6BD66D8A-791C-D033-BDDA-5C835BE10516}"/>
          </ac:picMkLst>
        </pc:picChg>
      </pc:sldChg>
    </pc:docChg>
  </pc:docChgLst>
  <pc:docChgLst>
    <pc:chgData name="Mahendra Gali" userId="S::mahendra.gali@valuemomentum.com::7ab89ef4-7951-4d99-a4c3-efb6a485ff84" providerId="AD" clId="Web-{00000000-0000-0000-0000-000000000000}"/>
    <pc:docChg chg="addSld delSld">
      <pc:chgData name="Mahendra Gali" userId="S::mahendra.gali@valuemomentum.com::7ab89ef4-7951-4d99-a4c3-efb6a485ff84" providerId="AD" clId="Web-{00000000-0000-0000-0000-000000000000}" dt="2026-10-06T10:05:53.037" v="2"/>
      <pc:docMkLst>
        <pc:docMk/>
      </pc:docMkLst>
      <pc:sldChg chg="new del">
        <pc:chgData name="Mahendra Gali" userId="S::mahendra.gali@valuemomentum.com::7ab89ef4-7951-4d99-a4c3-efb6a485ff84" providerId="AD" clId="Web-{00000000-0000-0000-0000-000000000000}" dt="2026-10-06T10:05:53.037" v="2"/>
        <pc:sldMkLst>
          <pc:docMk/>
          <pc:sldMk cId="1543151010" sldId="284"/>
        </pc:sldMkLst>
      </pc:sldChg>
      <pc:sldChg chg="add">
        <pc:chgData name="Mahendra Gali" userId="S::mahendra.gali@valuemomentum.com::7ab89ef4-7951-4d99-a4c3-efb6a485ff84" providerId="AD" clId="Web-{00000000-0000-0000-0000-000000000000}" dt="2026-10-06T10:05:46.443" v="1"/>
        <pc:sldMkLst>
          <pc:docMk/>
          <pc:sldMk cId="506891801" sldId="285"/>
        </pc:sldMkLst>
      </pc:sldChg>
    </pc:docChg>
  </pc:docChgLst>
  <pc:docChgLst>
    <pc:chgData name="Satish Kumar Peddi Reddy" userId="S::satish.peddireddy@valuemomentum.com::f202fcae-93ca-4ed8-add5-2821e04a5daa" providerId="AD" clId="Web-{2FB5E09E-A224-F19D-9291-9E7A1774DC6C}"/>
    <pc:docChg chg="addSld delSld modSld">
      <pc:chgData name="Satish Kumar Peddi Reddy" userId="S::satish.peddireddy@valuemomentum.com::f202fcae-93ca-4ed8-add5-2821e04a5daa" providerId="AD" clId="Web-{2FB5E09E-A224-F19D-9291-9E7A1774DC6C}" dt="2026-10-06T10:04:54.672" v="271" actId="20577"/>
      <pc:docMkLst>
        <pc:docMk/>
      </pc:docMkLst>
      <pc:sldChg chg="modSp">
        <pc:chgData name="Satish Kumar Peddi Reddy" userId="S::satish.peddireddy@valuemomentum.com::f202fcae-93ca-4ed8-add5-2821e04a5daa" providerId="AD" clId="Web-{2FB5E09E-A224-F19D-9291-9E7A1774DC6C}" dt="2026-10-06T09:52:31.763" v="182" actId="1076"/>
        <pc:sldMkLst>
          <pc:docMk/>
          <pc:sldMk cId="3813560013" sldId="258"/>
        </pc:sldMkLst>
        <pc:picChg chg="mod">
          <ac:chgData name="Satish Kumar Peddi Reddy" userId="S::satish.peddireddy@valuemomentum.com::f202fcae-93ca-4ed8-add5-2821e04a5daa" providerId="AD" clId="Web-{2FB5E09E-A224-F19D-9291-9E7A1774DC6C}" dt="2026-10-06T09:52:31.763" v="182" actId="1076"/>
          <ac:picMkLst>
            <pc:docMk/>
            <pc:sldMk cId="3813560013" sldId="258"/>
            <ac:picMk id="4" creationId="{E4E80C5B-3612-B23B-4929-981FA046FA7F}"/>
          </ac:picMkLst>
        </pc:picChg>
      </pc:sldChg>
      <pc:sldChg chg="new add del">
        <pc:chgData name="Satish Kumar Peddi Reddy" userId="S::satish.peddireddy@valuemomentum.com::f202fcae-93ca-4ed8-add5-2821e04a5daa" providerId="AD" clId="Web-{2FB5E09E-A224-F19D-9291-9E7A1774DC6C}" dt="2026-10-06T09:32:47.976" v="11"/>
        <pc:sldMkLst>
          <pc:docMk/>
          <pc:sldMk cId="1289289426" sldId="280"/>
        </pc:sldMkLst>
      </pc:sldChg>
      <pc:sldChg chg="addSp delSp modSp add mod replId setBg">
        <pc:chgData name="Satish Kumar Peddi Reddy" userId="S::satish.peddireddy@valuemomentum.com::f202fcae-93ca-4ed8-add5-2821e04a5daa" providerId="AD" clId="Web-{2FB5E09E-A224-F19D-9291-9E7A1774DC6C}" dt="2026-10-06T09:34:56.039" v="97"/>
        <pc:sldMkLst>
          <pc:docMk/>
          <pc:sldMk cId="4073666446" sldId="280"/>
        </pc:sldMkLst>
        <pc:spChg chg="add del">
          <ac:chgData name="Satish Kumar Peddi Reddy" userId="S::satish.peddireddy@valuemomentum.com::f202fcae-93ca-4ed8-add5-2821e04a5daa" providerId="AD" clId="Web-{2FB5E09E-A224-F19D-9291-9E7A1774DC6C}" dt="2026-10-06T09:33:22.148" v="75"/>
          <ac:spMkLst>
            <pc:docMk/>
            <pc:sldMk cId="4073666446" sldId="280"/>
            <ac:spMk id="7" creationId="{5050DC60-E64E-94D5-8300-BFC1903FBEE4}"/>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8" creationId="{F3060C83-F051-4F0E-ABAD-AA0DFC48B218}"/>
          </ac:spMkLst>
        </pc:spChg>
        <pc:spChg chg="add del">
          <ac:chgData name="Satish Kumar Peddi Reddy" userId="S::satish.peddireddy@valuemomentum.com::f202fcae-93ca-4ed8-add5-2821e04a5daa" providerId="AD" clId="Web-{2FB5E09E-A224-F19D-9291-9E7A1774DC6C}" dt="2026-10-06T09:33:22.148" v="74"/>
          <ac:spMkLst>
            <pc:docMk/>
            <pc:sldMk cId="4073666446" sldId="280"/>
            <ac:spMk id="9" creationId="{179F2B1E-E0FF-2146-2E6A-0AB28BF209CE}"/>
          </ac:spMkLst>
        </pc:spChg>
        <pc:spChg chg="add del">
          <ac:chgData name="Satish Kumar Peddi Reddy" userId="S::satish.peddireddy@valuemomentum.com::f202fcae-93ca-4ed8-add5-2821e04a5daa" providerId="AD" clId="Web-{2FB5E09E-A224-F19D-9291-9E7A1774DC6C}" dt="2026-10-06T09:33:22.148" v="73"/>
          <ac:spMkLst>
            <pc:docMk/>
            <pc:sldMk cId="4073666446" sldId="280"/>
            <ac:spMk id="11" creationId="{566E913A-35EF-0419-C810-D277B011B3C2}"/>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12" creationId="{83C98ABE-055B-441F-B07E-44F97F083C39}"/>
          </ac:spMkLst>
        </pc:spChg>
        <pc:spChg chg="add del">
          <ac:chgData name="Satish Kumar Peddi Reddy" userId="S::satish.peddireddy@valuemomentum.com::f202fcae-93ca-4ed8-add5-2821e04a5daa" providerId="AD" clId="Web-{2FB5E09E-A224-F19D-9291-9E7A1774DC6C}" dt="2026-10-06T09:33:22.148" v="72"/>
          <ac:spMkLst>
            <pc:docMk/>
            <pc:sldMk cId="4073666446" sldId="280"/>
            <ac:spMk id="13" creationId="{BAF2CBB7-8B61-0201-C979-B723D64FAE0B}"/>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14" creationId="{29FDB030-9B49-4CED-8CCD-4D99382388AC}"/>
          </ac:spMkLst>
        </pc:spChg>
        <pc:spChg chg="add del">
          <ac:chgData name="Satish Kumar Peddi Reddy" userId="S::satish.peddireddy@valuemomentum.com::f202fcae-93ca-4ed8-add5-2821e04a5daa" providerId="AD" clId="Web-{2FB5E09E-A224-F19D-9291-9E7A1774DC6C}" dt="2026-10-06T09:33:22.148" v="71"/>
          <ac:spMkLst>
            <pc:docMk/>
            <pc:sldMk cId="4073666446" sldId="280"/>
            <ac:spMk id="15" creationId="{9C14DF20-D77C-F246-39D2-A04E56D02DDD}"/>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16" creationId="{3783CA14-24A1-485C-8B30-D6A5D87987AD}"/>
          </ac:spMkLst>
        </pc:spChg>
        <pc:spChg chg="add del">
          <ac:chgData name="Satish Kumar Peddi Reddy" userId="S::satish.peddireddy@valuemomentum.com::f202fcae-93ca-4ed8-add5-2821e04a5daa" providerId="AD" clId="Web-{2FB5E09E-A224-F19D-9291-9E7A1774DC6C}" dt="2026-10-06T09:33:22.148" v="70"/>
          <ac:spMkLst>
            <pc:docMk/>
            <pc:sldMk cId="4073666446" sldId="280"/>
            <ac:spMk id="17" creationId="{D85F6B04-146F-3D2F-15BF-9F666798F9C6}"/>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18" creationId="{9A97C86A-04D6-40F7-AE84-31AB43E6A846}"/>
          </ac:spMkLst>
        </pc:spChg>
        <pc:spChg chg="add del">
          <ac:chgData name="Satish Kumar Peddi Reddy" userId="S::satish.peddireddy@valuemomentum.com::f202fcae-93ca-4ed8-add5-2821e04a5daa" providerId="AD" clId="Web-{2FB5E09E-A224-F19D-9291-9E7A1774DC6C}" dt="2026-10-06T09:33:22.148" v="69"/>
          <ac:spMkLst>
            <pc:docMk/>
            <pc:sldMk cId="4073666446" sldId="280"/>
            <ac:spMk id="19" creationId="{E21FE332-7C9C-5B84-6DCA-2E6BA04C38D8}"/>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20" creationId="{FF9F2414-84E8-453E-B1F3-389FDE8192D9}"/>
          </ac:spMkLst>
        </pc:spChg>
        <pc:spChg chg="add del">
          <ac:chgData name="Satish Kumar Peddi Reddy" userId="S::satish.peddireddy@valuemomentum.com::f202fcae-93ca-4ed8-add5-2821e04a5daa" providerId="AD" clId="Web-{2FB5E09E-A224-F19D-9291-9E7A1774DC6C}" dt="2026-10-06T09:33:22.148" v="68"/>
          <ac:spMkLst>
            <pc:docMk/>
            <pc:sldMk cId="4073666446" sldId="280"/>
            <ac:spMk id="21" creationId="{18FD77DB-152B-9759-5EBE-94769BB65C48}"/>
          </ac:spMkLst>
        </pc:spChg>
        <pc:spChg chg="add del">
          <ac:chgData name="Satish Kumar Peddi Reddy" userId="S::satish.peddireddy@valuemomentum.com::f202fcae-93ca-4ed8-add5-2821e04a5daa" providerId="AD" clId="Web-{2FB5E09E-A224-F19D-9291-9E7A1774DC6C}" dt="2026-10-06T09:33:47.007" v="79"/>
          <ac:spMkLst>
            <pc:docMk/>
            <pc:sldMk cId="4073666446" sldId="280"/>
            <ac:spMk id="22" creationId="{3ECA69A1-7536-43AC-85EF-C7106179F5ED}"/>
          </ac:spMkLst>
        </pc:spChg>
        <pc:spChg chg="add del mod">
          <ac:chgData name="Satish Kumar Peddi Reddy" userId="S::satish.peddireddy@valuemomentum.com::f202fcae-93ca-4ed8-add5-2821e04a5daa" providerId="AD" clId="Web-{2FB5E09E-A224-F19D-9291-9E7A1774DC6C}" dt="2026-10-06T09:33:22.148" v="67"/>
          <ac:spMkLst>
            <pc:docMk/>
            <pc:sldMk cId="4073666446" sldId="280"/>
            <ac:spMk id="23" creationId="{E6D99CC7-289B-9815-7272-9452A554FEBA}"/>
          </ac:spMkLst>
        </pc:spChg>
        <pc:spChg chg="add del">
          <ac:chgData name="Satish Kumar Peddi Reddy" userId="S::satish.peddireddy@valuemomentum.com::f202fcae-93ca-4ed8-add5-2821e04a5daa" providerId="AD" clId="Web-{2FB5E09E-A224-F19D-9291-9E7A1774DC6C}" dt="2026-10-06T09:33:53.757" v="83"/>
          <ac:spMkLst>
            <pc:docMk/>
            <pc:sldMk cId="4073666446" sldId="280"/>
            <ac:spMk id="24" creationId="{42A4FC2C-047E-45A5-965D-8E1E3BF09BC6}"/>
          </ac:spMkLst>
        </pc:spChg>
        <pc:spChg chg="add del">
          <ac:chgData name="Satish Kumar Peddi Reddy" userId="S::satish.peddireddy@valuemomentum.com::f202fcae-93ca-4ed8-add5-2821e04a5daa" providerId="AD" clId="Web-{2FB5E09E-A224-F19D-9291-9E7A1774DC6C}" dt="2026-10-06T09:33:22.148" v="66"/>
          <ac:spMkLst>
            <pc:docMk/>
            <pc:sldMk cId="4073666446" sldId="280"/>
            <ac:spMk id="25" creationId="{A20AA6C3-B03C-92E5-A240-868A7A66EACB}"/>
          </ac:spMkLst>
        </pc:spChg>
        <pc:spChg chg="add del">
          <ac:chgData name="Satish Kumar Peddi Reddy" userId="S::satish.peddireddy@valuemomentum.com::f202fcae-93ca-4ed8-add5-2821e04a5daa" providerId="AD" clId="Web-{2FB5E09E-A224-F19D-9291-9E7A1774DC6C}" dt="2026-10-06T09:33:22.148" v="65"/>
          <ac:spMkLst>
            <pc:docMk/>
            <pc:sldMk cId="4073666446" sldId="280"/>
            <ac:spMk id="27" creationId="{90A26EA1-088A-09A4-225A-CBFE6A796EEA}"/>
          </ac:spMkLst>
        </pc:spChg>
        <pc:spChg chg="add del">
          <ac:chgData name="Satish Kumar Peddi Reddy" userId="S::satish.peddireddy@valuemomentum.com::f202fcae-93ca-4ed8-add5-2821e04a5daa" providerId="AD" clId="Web-{2FB5E09E-A224-F19D-9291-9E7A1774DC6C}" dt="2026-10-06T09:33:22.148" v="64"/>
          <ac:spMkLst>
            <pc:docMk/>
            <pc:sldMk cId="4073666446" sldId="280"/>
            <ac:spMk id="29" creationId="{1441BF26-5F9E-BAE8-6C39-CA3935FB3D16}"/>
          </ac:spMkLst>
        </pc:spChg>
        <pc:spChg chg="add del">
          <ac:chgData name="Satish Kumar Peddi Reddy" userId="S::satish.peddireddy@valuemomentum.com::f202fcae-93ca-4ed8-add5-2821e04a5daa" providerId="AD" clId="Web-{2FB5E09E-A224-F19D-9291-9E7A1774DC6C}" dt="2026-10-06T09:33:22.148" v="63"/>
          <ac:spMkLst>
            <pc:docMk/>
            <pc:sldMk cId="4073666446" sldId="280"/>
            <ac:spMk id="31" creationId="{848C65DF-C51E-E657-3103-EED88A2384AD}"/>
          </ac:spMkLst>
        </pc:spChg>
        <pc:spChg chg="add del">
          <ac:chgData name="Satish Kumar Peddi Reddy" userId="S::satish.peddireddy@valuemomentum.com::f202fcae-93ca-4ed8-add5-2821e04a5daa" providerId="AD" clId="Web-{2FB5E09E-A224-F19D-9291-9E7A1774DC6C}" dt="2026-10-06T09:33:22.148" v="62"/>
          <ac:spMkLst>
            <pc:docMk/>
            <pc:sldMk cId="4073666446" sldId="280"/>
            <ac:spMk id="33" creationId="{9C373D1A-F011-0D13-5D77-B196FB136161}"/>
          </ac:spMkLst>
        </pc:spChg>
        <pc:spChg chg="add del">
          <ac:chgData name="Satish Kumar Peddi Reddy" userId="S::satish.peddireddy@valuemomentum.com::f202fcae-93ca-4ed8-add5-2821e04a5daa" providerId="AD" clId="Web-{2FB5E09E-A224-F19D-9291-9E7A1774DC6C}" dt="2026-10-06T09:33:22.148" v="61"/>
          <ac:spMkLst>
            <pc:docMk/>
            <pc:sldMk cId="4073666446" sldId="280"/>
            <ac:spMk id="35" creationId="{34AA4A36-91C3-B4D7-8D73-D76ABAB445A1}"/>
          </ac:spMkLst>
        </pc:spChg>
        <pc:spChg chg="add del">
          <ac:chgData name="Satish Kumar Peddi Reddy" userId="S::satish.peddireddy@valuemomentum.com::f202fcae-93ca-4ed8-add5-2821e04a5daa" providerId="AD" clId="Web-{2FB5E09E-A224-F19D-9291-9E7A1774DC6C}" dt="2026-10-06T09:33:22.148" v="60"/>
          <ac:spMkLst>
            <pc:docMk/>
            <pc:sldMk cId="4073666446" sldId="280"/>
            <ac:spMk id="37" creationId="{3EBF2F41-BD47-A0A0-53DF-A304073CCCAD}"/>
          </ac:spMkLst>
        </pc:spChg>
        <pc:spChg chg="add del">
          <ac:chgData name="Satish Kumar Peddi Reddy" userId="S::satish.peddireddy@valuemomentum.com::f202fcae-93ca-4ed8-add5-2821e04a5daa" providerId="AD" clId="Web-{2FB5E09E-A224-F19D-9291-9E7A1774DC6C}" dt="2026-10-06T09:33:22.148" v="59"/>
          <ac:spMkLst>
            <pc:docMk/>
            <pc:sldMk cId="4073666446" sldId="280"/>
            <ac:spMk id="39" creationId="{1ABE2D52-A77F-609C-CBC8-70C354D13F65}"/>
          </ac:spMkLst>
        </pc:spChg>
        <pc:spChg chg="add del">
          <ac:chgData name="Satish Kumar Peddi Reddy" userId="S::satish.peddireddy@valuemomentum.com::f202fcae-93ca-4ed8-add5-2821e04a5daa" providerId="AD" clId="Web-{2FB5E09E-A224-F19D-9291-9E7A1774DC6C}" dt="2026-10-06T09:33:22.148" v="58"/>
          <ac:spMkLst>
            <pc:docMk/>
            <pc:sldMk cId="4073666446" sldId="280"/>
            <ac:spMk id="41" creationId="{E2F361FE-F51C-C044-8EBC-4496786706D2}"/>
          </ac:spMkLst>
        </pc:spChg>
        <pc:spChg chg="add del">
          <ac:chgData name="Satish Kumar Peddi Reddy" userId="S::satish.peddireddy@valuemomentum.com::f202fcae-93ca-4ed8-add5-2821e04a5daa" providerId="AD" clId="Web-{2FB5E09E-A224-F19D-9291-9E7A1774DC6C}" dt="2026-10-06T09:33:22.148" v="57"/>
          <ac:spMkLst>
            <pc:docMk/>
            <pc:sldMk cId="4073666446" sldId="280"/>
            <ac:spMk id="43" creationId="{03489A31-55DB-6782-5ADF-E8EAC755217C}"/>
          </ac:spMkLst>
        </pc:spChg>
        <pc:picChg chg="add del mod">
          <ac:chgData name="Satish Kumar Peddi Reddy" userId="S::satish.peddireddy@valuemomentum.com::f202fcae-93ca-4ed8-add5-2821e04a5daa" providerId="AD" clId="Web-{2FB5E09E-A224-F19D-9291-9E7A1774DC6C}" dt="2026-10-06T09:34:20.195" v="92"/>
          <ac:picMkLst>
            <pc:docMk/>
            <pc:sldMk cId="4073666446" sldId="280"/>
            <ac:picMk id="2" creationId="{D59F8F98-C6DD-FEAB-AFC8-153B471BF799}"/>
          </ac:picMkLst>
        </pc:picChg>
        <pc:picChg chg="add del mod">
          <ac:chgData name="Satish Kumar Peddi Reddy" userId="S::satish.peddireddy@valuemomentum.com::f202fcae-93ca-4ed8-add5-2821e04a5daa" providerId="AD" clId="Web-{2FB5E09E-A224-F19D-9291-9E7A1774DC6C}" dt="2026-10-06T09:34:56.039" v="97"/>
          <ac:picMkLst>
            <pc:docMk/>
            <pc:sldMk cId="4073666446" sldId="280"/>
            <ac:picMk id="3" creationId="{72D2248F-4B19-98E8-D9E0-7B9110433001}"/>
          </ac:picMkLst>
        </pc:picChg>
        <pc:picChg chg="add del ord">
          <ac:chgData name="Satish Kumar Peddi Reddy" userId="S::satish.peddireddy@valuemomentum.com::f202fcae-93ca-4ed8-add5-2821e04a5daa" providerId="AD" clId="Web-{2FB5E09E-A224-F19D-9291-9E7A1774DC6C}" dt="2026-10-06T09:34:18.242" v="91"/>
          <ac:picMkLst>
            <pc:docMk/>
            <pc:sldMk cId="4073666446" sldId="280"/>
            <ac:picMk id="5" creationId="{C4839938-18DD-585E-775A-96EF25EC8BFE}"/>
          </ac:picMkLst>
        </pc:picChg>
        <pc:picChg chg="add del">
          <ac:chgData name="Satish Kumar Peddi Reddy" userId="S::satish.peddireddy@valuemomentum.com::f202fcae-93ca-4ed8-add5-2821e04a5daa" providerId="AD" clId="Web-{2FB5E09E-A224-F19D-9291-9E7A1774DC6C}" dt="2026-10-06T09:33:24.163" v="76"/>
          <ac:picMkLst>
            <pc:docMk/>
            <pc:sldMk cId="4073666446" sldId="280"/>
            <ac:picMk id="10" creationId="{7BB63E5E-8E0C-1A0D-EA29-A49C27E8042C}"/>
          </ac:picMkLst>
        </pc:picChg>
      </pc:sldChg>
      <pc:sldChg chg="addSp delSp modSp add del replId">
        <pc:chgData name="Satish Kumar Peddi Reddy" userId="S::satish.peddireddy@valuemomentum.com::f202fcae-93ca-4ed8-add5-2821e04a5daa" providerId="AD" clId="Web-{2FB5E09E-A224-F19D-9291-9E7A1774DC6C}" dt="2026-10-06T10:04:54.672" v="271" actId="20577"/>
        <pc:sldMkLst>
          <pc:docMk/>
          <pc:sldMk cId="3554790308" sldId="281"/>
        </pc:sldMkLst>
        <pc:spChg chg="mod">
          <ac:chgData name="Satish Kumar Peddi Reddy" userId="S::satish.peddireddy@valuemomentum.com::f202fcae-93ca-4ed8-add5-2821e04a5daa" providerId="AD" clId="Web-{2FB5E09E-A224-F19D-9291-9E7A1774DC6C}" dt="2026-10-06T09:47:44.277" v="133" actId="14100"/>
          <ac:spMkLst>
            <pc:docMk/>
            <pc:sldMk cId="3554790308" sldId="281"/>
            <ac:spMk id="13" creationId="{54129705-ACBB-E3DA-C90E-624B6B05E603}"/>
          </ac:spMkLst>
        </pc:spChg>
        <pc:spChg chg="mod">
          <ac:chgData name="Satish Kumar Peddi Reddy" userId="S::satish.peddireddy@valuemomentum.com::f202fcae-93ca-4ed8-add5-2821e04a5daa" providerId="AD" clId="Web-{2FB5E09E-A224-F19D-9291-9E7A1774DC6C}" dt="2026-10-06T10:04:54.672" v="271" actId="20577"/>
          <ac:spMkLst>
            <pc:docMk/>
            <pc:sldMk cId="3554790308" sldId="281"/>
            <ac:spMk id="23" creationId="{080B0CD5-190B-89A9-BF65-982BD1A838EF}"/>
          </ac:spMkLst>
        </pc:spChg>
        <pc:spChg chg="mod">
          <ac:chgData name="Satish Kumar Peddi Reddy" userId="S::satish.peddireddy@valuemomentum.com::f202fcae-93ca-4ed8-add5-2821e04a5daa" providerId="AD" clId="Web-{2FB5E09E-A224-F19D-9291-9E7A1774DC6C}" dt="2026-10-06T10:04:28.594" v="264" actId="20577"/>
          <ac:spMkLst>
            <pc:docMk/>
            <pc:sldMk cId="3554790308" sldId="281"/>
            <ac:spMk id="37" creationId="{810871D7-87C4-D830-382E-045EC9F8B720}"/>
          </ac:spMkLst>
        </pc:spChg>
        <pc:spChg chg="mod">
          <ac:chgData name="Satish Kumar Peddi Reddy" userId="S::satish.peddireddy@valuemomentum.com::f202fcae-93ca-4ed8-add5-2821e04a5daa" providerId="AD" clId="Web-{2FB5E09E-A224-F19D-9291-9E7A1774DC6C}" dt="2026-10-06T09:55:45.404" v="194" actId="1076"/>
          <ac:spMkLst>
            <pc:docMk/>
            <pc:sldMk cId="3554790308" sldId="281"/>
            <ac:spMk id="39" creationId="{69965730-0A6C-45F8-51EF-C69EA554B9B3}"/>
          </ac:spMkLst>
        </pc:spChg>
        <pc:spChg chg="mod">
          <ac:chgData name="Satish Kumar Peddi Reddy" userId="S::satish.peddireddy@valuemomentum.com::f202fcae-93ca-4ed8-add5-2821e04a5daa" providerId="AD" clId="Web-{2FB5E09E-A224-F19D-9291-9E7A1774DC6C}" dt="2026-10-06T10:03:32.906" v="257" actId="20577"/>
          <ac:spMkLst>
            <pc:docMk/>
            <pc:sldMk cId="3554790308" sldId="281"/>
            <ac:spMk id="43" creationId="{B5D2C3D7-B378-E319-7298-5146EB927AE2}"/>
          </ac:spMkLst>
        </pc:spChg>
        <pc:picChg chg="add mod">
          <ac:chgData name="Satish Kumar Peddi Reddy" userId="S::satish.peddireddy@valuemomentum.com::f202fcae-93ca-4ed8-add5-2821e04a5daa" providerId="AD" clId="Web-{2FB5E09E-A224-F19D-9291-9E7A1774DC6C}" dt="2026-10-06T09:48:10.418" v="139" actId="14100"/>
          <ac:picMkLst>
            <pc:docMk/>
            <pc:sldMk cId="3554790308" sldId="281"/>
            <ac:picMk id="2" creationId="{F41DDCFC-8020-FAEA-9B7D-91FBCB7C8797}"/>
          </ac:picMkLst>
        </pc:picChg>
        <pc:picChg chg="del">
          <ac:chgData name="Satish Kumar Peddi Reddy" userId="S::satish.peddireddy@valuemomentum.com::f202fcae-93ca-4ed8-add5-2821e04a5daa" providerId="AD" clId="Web-{2FB5E09E-A224-F19D-9291-9E7A1774DC6C}" dt="2026-10-06T09:46:21.573" v="99"/>
          <ac:picMkLst>
            <pc:docMk/>
            <pc:sldMk cId="3554790308" sldId="281"/>
            <ac:picMk id="3" creationId="{87B1B576-3DB2-5287-C431-3DD779D1D1DB}"/>
          </ac:picMkLst>
        </pc:picChg>
      </pc:sldChg>
      <pc:sldChg chg="modSp add del">
        <pc:chgData name="Satish Kumar Peddi Reddy" userId="S::satish.peddireddy@valuemomentum.com::f202fcae-93ca-4ed8-add5-2821e04a5daa" providerId="AD" clId="Web-{2FB5E09E-A224-F19D-9291-9E7A1774DC6C}" dt="2026-10-06T09:32:44.148" v="10"/>
        <pc:sldMkLst>
          <pc:docMk/>
          <pc:sldMk cId="2831294793" sldId="1830143211"/>
        </pc:sldMkLst>
        <pc:spChg chg="mod">
          <ac:chgData name="Satish Kumar Peddi Reddy" userId="S::satish.peddireddy@valuemomentum.com::f202fcae-93ca-4ed8-add5-2821e04a5daa" providerId="AD" clId="Web-{2FB5E09E-A224-F19D-9291-9E7A1774DC6C}" dt="2026-10-06T09:32:17.179" v="8"/>
          <ac:spMkLst>
            <pc:docMk/>
            <pc:sldMk cId="2831294793" sldId="1830143211"/>
            <ac:spMk id="45" creationId="{1E2F42C0-2EAC-AA45-A211-C191553D5B38}"/>
          </ac:spMkLst>
        </pc:spChg>
      </pc:sldChg>
      <pc:sldMasterChg chg="addSldLayout delSldLayout">
        <pc:chgData name="Satish Kumar Peddi Reddy" userId="S::satish.peddireddy@valuemomentum.com::f202fcae-93ca-4ed8-add5-2821e04a5daa" providerId="AD" clId="Web-{2FB5E09E-A224-F19D-9291-9E7A1774DC6C}" dt="2026-10-06T09:32:44.148" v="10"/>
        <pc:sldMasterMkLst>
          <pc:docMk/>
          <pc:sldMasterMk cId="1328775364" sldId="2147483648"/>
        </pc:sldMasterMkLst>
        <pc:sldLayoutChg chg="add del">
          <pc:chgData name="Satish Kumar Peddi Reddy" userId="S::satish.peddireddy@valuemomentum.com::f202fcae-93ca-4ed8-add5-2821e04a5daa" providerId="AD" clId="Web-{2FB5E09E-A224-F19D-9291-9E7A1774DC6C}" dt="2026-10-06T09:32:44.148" v="10"/>
          <pc:sldLayoutMkLst>
            <pc:docMk/>
            <pc:sldMasterMk cId="1328775364" sldId="2147483648"/>
            <pc:sldLayoutMk cId="3109877899" sldId="2147483660"/>
          </pc:sldLayoutMkLst>
        </pc:sldLayoutChg>
        <pc:sldLayoutChg chg="add del">
          <pc:chgData name="Satish Kumar Peddi Reddy" userId="S::satish.peddireddy@valuemomentum.com::f202fcae-93ca-4ed8-add5-2821e04a5daa" providerId="AD" clId="Web-{2FB5E09E-A224-F19D-9291-9E7A1774DC6C}" dt="2026-10-06T09:30:54.460" v="4"/>
          <pc:sldLayoutMkLst>
            <pc:docMk/>
            <pc:sldMasterMk cId="1328775364" sldId="2147483648"/>
            <pc:sldLayoutMk cId="3788470272" sldId="2147483660"/>
          </pc:sldLayoutMkLst>
        </pc:sldLayoutChg>
      </pc:sldMasterChg>
    </pc:docChg>
  </pc:docChgLst>
  <pc:docChgLst>
    <pc:chgData name="Priya Darshini Kanumuri" userId="S::priyadarshini.kanumuri@valuemomentum.com::7dc61ff1-ae9b-420e-a18a-a0a430bffd20" providerId="AD" clId="Web-{00000000-0000-0000-0000-000000000000}"/>
    <pc:docChg chg="addSld modSld sldOrd">
      <pc:chgData name="Priya Darshini Kanumuri" userId="S::priyadarshini.kanumuri@valuemomentum.com::7dc61ff1-ae9b-420e-a18a-a0a430bffd20" providerId="AD" clId="Web-{00000000-0000-0000-0000-000000000000}" dt="2026-10-06T08:50:22.940" v="31" actId="20577"/>
      <pc:docMkLst>
        <pc:docMk/>
      </pc:docMkLst>
      <pc:sldChg chg="modSp new ord">
        <pc:chgData name="Priya Darshini Kanumuri" userId="S::priyadarshini.kanumuri@valuemomentum.com::7dc61ff1-ae9b-420e-a18a-a0a430bffd20" providerId="AD" clId="Web-{00000000-0000-0000-0000-000000000000}" dt="2026-10-06T08:50:22.940" v="31" actId="20577"/>
        <pc:sldMkLst>
          <pc:docMk/>
          <pc:sldMk cId="3809219802" sldId="271"/>
        </pc:sldMkLst>
        <pc:spChg chg="mod">
          <ac:chgData name="Priya Darshini Kanumuri" userId="S::priyadarshini.kanumuri@valuemomentum.com::7dc61ff1-ae9b-420e-a18a-a0a430bffd20" providerId="AD" clId="Web-{00000000-0000-0000-0000-000000000000}" dt="2026-10-06T08:50:22.940" v="31" actId="20577"/>
          <ac:spMkLst>
            <pc:docMk/>
            <pc:sldMk cId="3809219802" sldId="271"/>
            <ac:spMk id="2" creationId="{70171FA1-AEE7-A0B4-38B9-E777CEC63F39}"/>
          </ac:spMkLst>
        </pc:spChg>
      </pc:sldChg>
    </pc:docChg>
  </pc:docChgLst>
  <pc:docChgLst>
    <pc:chgData name="Abhiram Pedamallu" userId="S::abhiram.pedamallu@valuemomentum.com::f63b5b7c-fe78-4335-b161-1624d353d11b" providerId="AD" clId="Web-{2E24D301-EE70-29E4-D21D-A42F4838E41C}"/>
    <pc:docChg chg="addSld modSld">
      <pc:chgData name="Abhiram Pedamallu" userId="S::abhiram.pedamallu@valuemomentum.com::f63b5b7c-fe78-4335-b161-1624d353d11b" providerId="AD" clId="Web-{2E24D301-EE70-29E4-D21D-A42F4838E41C}" dt="2026-10-06T11:05:43.816" v="249" actId="20577"/>
      <pc:docMkLst>
        <pc:docMk/>
      </pc:docMkLst>
      <pc:sldChg chg="addSp delSp modSp add replId">
        <pc:chgData name="Abhiram Pedamallu" userId="S::abhiram.pedamallu@valuemomentum.com::f63b5b7c-fe78-4335-b161-1624d353d11b" providerId="AD" clId="Web-{2E24D301-EE70-29E4-D21D-A42F4838E41C}" dt="2026-10-06T11:05:43.816" v="249" actId="20577"/>
        <pc:sldMkLst>
          <pc:docMk/>
          <pc:sldMk cId="2914834448" sldId="286"/>
        </pc:sldMkLst>
        <pc:spChg chg="mod">
          <ac:chgData name="Abhiram Pedamallu" userId="S::abhiram.pedamallu@valuemomentum.com::f63b5b7c-fe78-4335-b161-1624d353d11b" providerId="AD" clId="Web-{2E24D301-EE70-29E4-D21D-A42F4838E41C}" dt="2026-10-06T11:02:47.956" v="199" actId="20577"/>
          <ac:spMkLst>
            <pc:docMk/>
            <pc:sldMk cId="2914834448" sldId="286"/>
            <ac:spMk id="13" creationId="{51E99714-4C21-1E40-D24D-403317293CAF}"/>
          </ac:spMkLst>
        </pc:spChg>
        <pc:spChg chg="mod">
          <ac:chgData name="Abhiram Pedamallu" userId="S::abhiram.pedamallu@valuemomentum.com::f63b5b7c-fe78-4335-b161-1624d353d11b" providerId="AD" clId="Web-{2E24D301-EE70-29E4-D21D-A42F4838E41C}" dt="2026-10-06T11:05:43.816" v="249" actId="20577"/>
          <ac:spMkLst>
            <pc:docMk/>
            <pc:sldMk cId="2914834448" sldId="286"/>
            <ac:spMk id="23" creationId="{034F0499-BC8C-034A-D4D7-76372F408B9D}"/>
          </ac:spMkLst>
        </pc:spChg>
        <pc:spChg chg="mod">
          <ac:chgData name="Abhiram Pedamallu" userId="S::abhiram.pedamallu@valuemomentum.com::f63b5b7c-fe78-4335-b161-1624d353d11b" providerId="AD" clId="Web-{2E24D301-EE70-29E4-D21D-A42F4838E41C}" dt="2026-10-06T10:53:40.361" v="97" actId="20577"/>
          <ac:spMkLst>
            <pc:docMk/>
            <pc:sldMk cId="2914834448" sldId="286"/>
            <ac:spMk id="37" creationId="{3405243D-35EA-679E-D391-67CFF28F73CC}"/>
          </ac:spMkLst>
        </pc:spChg>
        <pc:spChg chg="mod">
          <ac:chgData name="Abhiram Pedamallu" userId="S::abhiram.pedamallu@valuemomentum.com::f63b5b7c-fe78-4335-b161-1624d353d11b" providerId="AD" clId="Web-{2E24D301-EE70-29E4-D21D-A42F4838E41C}" dt="2026-10-06T11:02:16.112" v="172" actId="20577"/>
          <ac:spMkLst>
            <pc:docMk/>
            <pc:sldMk cId="2914834448" sldId="286"/>
            <ac:spMk id="43" creationId="{AE3DEE43-F205-B52F-C0AC-F8E1A24E65D9}"/>
          </ac:spMkLst>
        </pc:spChg>
        <pc:picChg chg="add del mod">
          <ac:chgData name="Abhiram Pedamallu" userId="S::abhiram.pedamallu@valuemomentum.com::f63b5b7c-fe78-4335-b161-1624d353d11b" providerId="AD" clId="Web-{2E24D301-EE70-29E4-D21D-A42F4838E41C}" dt="2026-10-06T10:44:27.516" v="2"/>
          <ac:picMkLst>
            <pc:docMk/>
            <pc:sldMk cId="2914834448" sldId="286"/>
            <ac:picMk id="2" creationId="{5F1A4BFE-F1F1-690C-8D32-42C64E061923}"/>
          </ac:picMkLst>
        </pc:picChg>
        <pc:picChg chg="add del">
          <ac:chgData name="Abhiram Pedamallu" userId="S::abhiram.pedamallu@valuemomentum.com::f63b5b7c-fe78-4335-b161-1624d353d11b" providerId="AD" clId="Web-{2E24D301-EE70-29E4-D21D-A42F4838E41C}" dt="2026-10-06T10:49:04.329" v="28"/>
          <ac:picMkLst>
            <pc:docMk/>
            <pc:sldMk cId="2914834448" sldId="286"/>
            <ac:picMk id="3" creationId="{558FBAB3-93FF-4AE9-45BB-E7B67785BCC2}"/>
          </ac:picMkLst>
        </pc:picChg>
        <pc:picChg chg="add del mod">
          <ac:chgData name="Abhiram Pedamallu" userId="S::abhiram.pedamallu@valuemomentum.com::f63b5b7c-fe78-4335-b161-1624d353d11b" providerId="AD" clId="Web-{2E24D301-EE70-29E4-D21D-A42F4838E41C}" dt="2026-10-06T10:47:31.454" v="22"/>
          <ac:picMkLst>
            <pc:docMk/>
            <pc:sldMk cId="2914834448" sldId="286"/>
            <ac:picMk id="4" creationId="{995897EB-7550-5897-A8BE-7A8FA5AC57A6}"/>
          </ac:picMkLst>
        </pc:picChg>
        <pc:picChg chg="add del mod">
          <ac:chgData name="Abhiram Pedamallu" userId="S::abhiram.pedamallu@valuemomentum.com::f63b5b7c-fe78-4335-b161-1624d353d11b" providerId="AD" clId="Web-{2E24D301-EE70-29E4-D21D-A42F4838E41C}" dt="2026-10-06T10:47:26.282" v="15"/>
          <ac:picMkLst>
            <pc:docMk/>
            <pc:sldMk cId="2914834448" sldId="286"/>
            <ac:picMk id="6" creationId="{481242DE-7071-BA44-3DD8-DF6B7313BD38}"/>
          </ac:picMkLst>
        </pc:picChg>
        <pc:picChg chg="add mod">
          <ac:chgData name="Abhiram Pedamallu" userId="S::abhiram.pedamallu@valuemomentum.com::f63b5b7c-fe78-4335-b161-1624d353d11b" providerId="AD" clId="Web-{2E24D301-EE70-29E4-D21D-A42F4838E41C}" dt="2026-10-06T10:49:11.345" v="29" actId="1076"/>
          <ac:picMkLst>
            <pc:docMk/>
            <pc:sldMk cId="2914834448" sldId="286"/>
            <ac:picMk id="8" creationId="{64390B95-2898-F113-A7F4-0FCFF1DC57B9}"/>
          </ac:picMkLst>
        </pc:picChg>
      </pc:sldChg>
    </pc:docChg>
  </pc:docChgLst>
  <pc:docChgLst>
    <pc:chgData name="Srija Kotipalli" userId="S::srija.kotipalli@valuemomentum.com::ff4c3930-f27a-4559-92e3-a9ead35566db" providerId="AD" clId="Web-{00000000-0000-0000-0000-000000000000}"/>
    <pc:docChg chg="modSld sldOrd">
      <pc:chgData name="Srija Kotipalli" userId="S::srija.kotipalli@valuemomentum.com::ff4c3930-f27a-4559-92e3-a9ead35566db" providerId="AD" clId="Web-{00000000-0000-0000-0000-000000000000}" dt="2026-10-06T09:16:34.315" v="4" actId="1076"/>
      <pc:docMkLst>
        <pc:docMk/>
      </pc:docMkLst>
      <pc:sldChg chg="modSp">
        <pc:chgData name="Srija Kotipalli" userId="S::srija.kotipalli@valuemomentum.com::ff4c3930-f27a-4559-92e3-a9ead35566db" providerId="AD" clId="Web-{00000000-0000-0000-0000-000000000000}" dt="2026-10-06T09:10:39.400" v="1" actId="20577"/>
        <pc:sldMkLst>
          <pc:docMk/>
          <pc:sldMk cId="3421184825" sldId="269"/>
        </pc:sldMkLst>
        <pc:spChg chg="mod">
          <ac:chgData name="Srija Kotipalli" userId="S::srija.kotipalli@valuemomentum.com::ff4c3930-f27a-4559-92e3-a9ead35566db" providerId="AD" clId="Web-{00000000-0000-0000-0000-000000000000}" dt="2026-10-06T09:10:39.400" v="1" actId="20577"/>
          <ac:spMkLst>
            <pc:docMk/>
            <pc:sldMk cId="3421184825" sldId="269"/>
            <ac:spMk id="43" creationId="{9539F603-5D97-4E4F-00AB-DB6243B0B869}"/>
          </ac:spMkLst>
        </pc:spChg>
      </pc:sldChg>
      <pc:sldChg chg="ord">
        <pc:chgData name="Srija Kotipalli" userId="S::srija.kotipalli@valuemomentum.com::ff4c3930-f27a-4559-92e3-a9ead35566db" providerId="AD" clId="Web-{00000000-0000-0000-0000-000000000000}" dt="2026-10-06T09:10:46.057" v="2"/>
        <pc:sldMkLst>
          <pc:docMk/>
          <pc:sldMk cId="715326006" sldId="272"/>
        </pc:sldMkLst>
      </pc:sldChg>
      <pc:sldChg chg="modSp">
        <pc:chgData name="Srija Kotipalli" userId="S::srija.kotipalli@valuemomentum.com::ff4c3930-f27a-4559-92e3-a9ead35566db" providerId="AD" clId="Web-{00000000-0000-0000-0000-000000000000}" dt="2026-10-06T09:16:34.315" v="4" actId="1076"/>
        <pc:sldMkLst>
          <pc:docMk/>
          <pc:sldMk cId="3158682910" sldId="273"/>
        </pc:sldMkLst>
        <pc:spChg chg="mod">
          <ac:chgData name="Srija Kotipalli" userId="S::srija.kotipalli@valuemomentum.com::ff4c3930-f27a-4559-92e3-a9ead35566db" providerId="AD" clId="Web-{00000000-0000-0000-0000-000000000000}" dt="2026-10-06T09:16:34.315" v="4" actId="1076"/>
          <ac:spMkLst>
            <pc:docMk/>
            <pc:sldMk cId="3158682910" sldId="273"/>
            <ac:spMk id="8" creationId="{1CD4F202-4CD7-04AD-4EA1-AC4082F53324}"/>
          </ac:spMkLst>
        </pc:spChg>
      </pc:sldChg>
    </pc:docChg>
  </pc:docChgLst>
  <pc:docChgLst>
    <pc:chgData name="Rajni Kumari" userId="S::rajni.kumari@valuemomentum.com::762caecf-c41c-404d-8f22-819c6f1a633e" providerId="AD" clId="Web-{00000000-0000-0000-0000-000000000000}"/>
    <pc:docChg chg="modSld">
      <pc:chgData name="Rajni Kumari" userId="S::rajni.kumari@valuemomentum.com::762caecf-c41c-404d-8f22-819c6f1a633e" providerId="AD" clId="Web-{00000000-0000-0000-0000-000000000000}" dt="2026-10-06T10:55:29.006" v="15" actId="20577"/>
      <pc:docMkLst>
        <pc:docMk/>
      </pc:docMkLst>
      <pc:sldChg chg="modSp">
        <pc:chgData name="Rajni Kumari" userId="S::rajni.kumari@valuemomentum.com::762caecf-c41c-404d-8f22-819c6f1a633e" providerId="AD" clId="Web-{00000000-0000-0000-0000-000000000000}" dt="2026-10-06T10:55:29.006" v="15" actId="20577"/>
        <pc:sldMkLst>
          <pc:docMk/>
          <pc:sldMk cId="3328359652" sldId="282"/>
        </pc:sldMkLst>
        <pc:spChg chg="mod">
          <ac:chgData name="Rajni Kumari" userId="S::rajni.kumari@valuemomentum.com::762caecf-c41c-404d-8f22-819c6f1a633e" providerId="AD" clId="Web-{00000000-0000-0000-0000-000000000000}" dt="2026-10-06T10:55:29.006" v="15" actId="20577"/>
          <ac:spMkLst>
            <pc:docMk/>
            <pc:sldMk cId="3328359652" sldId="282"/>
            <ac:spMk id="13" creationId="{EF376192-6C7A-A276-C381-FFAF54FA8349}"/>
          </ac:spMkLst>
        </pc:spChg>
      </pc:sldChg>
    </pc:docChg>
  </pc:docChgLst>
  <pc:docChgLst>
    <pc:chgData name="Rohit Goud Alijala" userId="S::rohith.alijala@valuemomentum.com::3c5e392b-df5a-49d9-9d00-b594595d75f3" providerId="AD" clId="Web-{00000000-0000-0000-0000-000000000000}"/>
    <pc:docChg chg="addSld delSld modSld">
      <pc:chgData name="Rohit Goud Alijala" userId="S::rohith.alijala@valuemomentum.com::3c5e392b-df5a-49d9-9d00-b594595d75f3" providerId="AD" clId="Web-{00000000-0000-0000-0000-000000000000}" dt="2026-10-06T08:57:33.454" v="16" actId="20577"/>
      <pc:docMkLst>
        <pc:docMk/>
      </pc:docMkLst>
      <pc:sldChg chg="add del">
        <pc:chgData name="Rohit Goud Alijala" userId="S::rohith.alijala@valuemomentum.com::3c5e392b-df5a-49d9-9d00-b594595d75f3" providerId="AD" clId="Web-{00000000-0000-0000-0000-000000000000}" dt="2026-10-06T08:56:33.594" v="3"/>
        <pc:sldMkLst>
          <pc:docMk/>
          <pc:sldMk cId="10061792" sldId="274"/>
        </pc:sldMkLst>
      </pc:sldChg>
      <pc:sldChg chg="modSp add">
        <pc:chgData name="Rohit Goud Alijala" userId="S::rohith.alijala@valuemomentum.com::3c5e392b-df5a-49d9-9d00-b594595d75f3" providerId="AD" clId="Web-{00000000-0000-0000-0000-000000000000}" dt="2026-10-06T08:57:33.454" v="16" actId="20577"/>
        <pc:sldMkLst>
          <pc:docMk/>
          <pc:sldMk cId="1612488625" sldId="274"/>
        </pc:sldMkLst>
        <pc:spChg chg="mod">
          <ac:chgData name="Rohit Goud Alijala" userId="S::rohith.alijala@valuemomentum.com::3c5e392b-df5a-49d9-9d00-b594595d75f3" providerId="AD" clId="Web-{00000000-0000-0000-0000-000000000000}" dt="2026-10-06T08:57:33.454" v="16" actId="20577"/>
          <ac:spMkLst>
            <pc:docMk/>
            <pc:sldMk cId="1612488625" sldId="274"/>
            <ac:spMk id="15" creationId="{F1E31B0E-5C22-445C-96D4-047F710FC6F8}"/>
          </ac:spMkLst>
        </pc:spChg>
        <pc:spChg chg="mod">
          <ac:chgData name="Rohit Goud Alijala" userId="S::rohith.alijala@valuemomentum.com::3c5e392b-df5a-49d9-9d00-b594595d75f3" providerId="AD" clId="Web-{00000000-0000-0000-0000-000000000000}" dt="2026-10-06T08:57:04.234" v="5" actId="1076"/>
          <ac:spMkLst>
            <pc:docMk/>
            <pc:sldMk cId="1612488625" sldId="274"/>
            <ac:spMk id="23" creationId="{F24D3471-5B7A-6469-823A-CA02E539AAE2}"/>
          </ac:spMkLst>
        </pc:spChg>
      </pc:sldChg>
      <pc:sldChg chg="add del">
        <pc:chgData name="Rohit Goud Alijala" userId="S::rohith.alijala@valuemomentum.com::3c5e392b-df5a-49d9-9d00-b594595d75f3" providerId="AD" clId="Web-{00000000-0000-0000-0000-000000000000}" dt="2026-10-06T08:56:22.312" v="1"/>
        <pc:sldMkLst>
          <pc:docMk/>
          <pc:sldMk cId="2507430216" sldId="274"/>
        </pc:sldMkLst>
      </pc:sldChg>
    </pc:docChg>
  </pc:docChgLst>
  <pc:docChgLst>
    <pc:chgData name="Srija Kotipalli" userId="S::srija.kotipalli@valuemomentum.com::ff4c3930-f27a-4559-92e3-a9ead35566db" providerId="AD" clId="Web-{07F2B91A-DE97-3501-7AD2-BD38C3BB418E}"/>
    <pc:docChg chg="addSld modSld">
      <pc:chgData name="Srija Kotipalli" userId="S::srija.kotipalli@valuemomentum.com::ff4c3930-f27a-4559-92e3-a9ead35566db" providerId="AD" clId="Web-{07F2B91A-DE97-3501-7AD2-BD38C3BB418E}" dt="2026-10-06T08:50:52.324" v="82" actId="20577"/>
      <pc:docMkLst>
        <pc:docMk/>
      </pc:docMkLst>
      <pc:sldChg chg="addSp delSp modSp add replId">
        <pc:chgData name="Srija Kotipalli" userId="S::srija.kotipalli@valuemomentum.com::ff4c3930-f27a-4559-92e3-a9ead35566db" providerId="AD" clId="Web-{07F2B91A-DE97-3501-7AD2-BD38C3BB418E}" dt="2026-10-06T08:50:52.324" v="82" actId="20577"/>
        <pc:sldMkLst>
          <pc:docMk/>
          <pc:sldMk cId="3421184825" sldId="269"/>
        </pc:sldMkLst>
        <pc:spChg chg="mod">
          <ac:chgData name="Srija Kotipalli" userId="S::srija.kotipalli@valuemomentum.com::ff4c3930-f27a-4559-92e3-a9ead35566db" providerId="AD" clId="Web-{07F2B91A-DE97-3501-7AD2-BD38C3BB418E}" dt="2026-10-06T08:18:17.571" v="10" actId="20577"/>
          <ac:spMkLst>
            <pc:docMk/>
            <pc:sldMk cId="3421184825" sldId="269"/>
            <ac:spMk id="13" creationId="{6D1E3525-E7CF-55C2-29DD-F1E4A79BBDDB}"/>
          </ac:spMkLst>
        </pc:spChg>
        <pc:spChg chg="mod">
          <ac:chgData name="Srija Kotipalli" userId="S::srija.kotipalli@valuemomentum.com::ff4c3930-f27a-4559-92e3-a9ead35566db" providerId="AD" clId="Web-{07F2B91A-DE97-3501-7AD2-BD38C3BB418E}" dt="2026-10-06T08:18:47.635" v="34" actId="20577"/>
          <ac:spMkLst>
            <pc:docMk/>
            <pc:sldMk cId="3421184825" sldId="269"/>
            <ac:spMk id="15" creationId="{5807A922-33EF-9F26-CAE5-9B9F8A8E7E83}"/>
          </ac:spMkLst>
        </pc:spChg>
        <pc:spChg chg="mod">
          <ac:chgData name="Srija Kotipalli" userId="S::srija.kotipalli@valuemomentum.com::ff4c3930-f27a-4559-92e3-a9ead35566db" providerId="AD" clId="Web-{07F2B91A-DE97-3501-7AD2-BD38C3BB418E}" dt="2026-10-06T08:50:52.324" v="82" actId="20577"/>
          <ac:spMkLst>
            <pc:docMk/>
            <pc:sldMk cId="3421184825" sldId="269"/>
            <ac:spMk id="23" creationId="{F2429C64-4718-755F-3C03-B745A6DEB7A4}"/>
          </ac:spMkLst>
        </pc:spChg>
        <pc:spChg chg="mod">
          <ac:chgData name="Srija Kotipalli" userId="S::srija.kotipalli@valuemomentum.com::ff4c3930-f27a-4559-92e3-a9ead35566db" providerId="AD" clId="Web-{07F2B91A-DE97-3501-7AD2-BD38C3BB418E}" dt="2026-10-06T08:31:25.910" v="79"/>
          <ac:spMkLst>
            <pc:docMk/>
            <pc:sldMk cId="3421184825" sldId="269"/>
            <ac:spMk id="37" creationId="{B02124B4-589A-1399-221E-8B3A2629D5A8}"/>
          </ac:spMkLst>
        </pc:spChg>
        <pc:spChg chg="mod">
          <ac:chgData name="Srija Kotipalli" userId="S::srija.kotipalli@valuemomentum.com::ff4c3930-f27a-4559-92e3-a9ead35566db" providerId="AD" clId="Web-{07F2B91A-DE97-3501-7AD2-BD38C3BB418E}" dt="2026-10-06T08:25:46.243" v="61" actId="20577"/>
          <ac:spMkLst>
            <pc:docMk/>
            <pc:sldMk cId="3421184825" sldId="269"/>
            <ac:spMk id="43" creationId="{9539F603-5D97-4E4F-00AB-DB6243B0B869}"/>
          </ac:spMkLst>
        </pc:spChg>
        <pc:picChg chg="del">
          <ac:chgData name="Srija Kotipalli" userId="S::srija.kotipalli@valuemomentum.com::ff4c3930-f27a-4559-92e3-a9ead35566db" providerId="AD" clId="Web-{07F2B91A-DE97-3501-7AD2-BD38C3BB418E}" dt="2026-10-06T08:18:53.166" v="35"/>
          <ac:picMkLst>
            <pc:docMk/>
            <pc:sldMk cId="3421184825" sldId="269"/>
            <ac:picMk id="2" creationId="{D420DFFB-51A7-52AC-BCF0-8D82583202F8}"/>
          </ac:picMkLst>
        </pc:picChg>
        <pc:picChg chg="add del mod">
          <ac:chgData name="Srija Kotipalli" userId="S::srija.kotipalli@valuemomentum.com::ff4c3930-f27a-4559-92e3-a9ead35566db" providerId="AD" clId="Web-{07F2B91A-DE97-3501-7AD2-BD38C3BB418E}" dt="2026-10-06T08:19:09.245" v="37"/>
          <ac:picMkLst>
            <pc:docMk/>
            <pc:sldMk cId="3421184825" sldId="269"/>
            <ac:picMk id="3" creationId="{BCC54444-44F9-5001-4ABF-830781E4631C}"/>
          </ac:picMkLst>
        </pc:picChg>
        <pc:picChg chg="add mod">
          <ac:chgData name="Srija Kotipalli" userId="S::srija.kotipalli@valuemomentum.com::ff4c3930-f27a-4559-92e3-a9ead35566db" providerId="AD" clId="Web-{07F2B91A-DE97-3501-7AD2-BD38C3BB418E}" dt="2026-10-06T08:19:48.637" v="43" actId="1076"/>
          <ac:picMkLst>
            <pc:docMk/>
            <pc:sldMk cId="3421184825" sldId="269"/>
            <ac:picMk id="4" creationId="{7C67594E-3E4B-9F5F-AFB5-8C811AC2D8FD}"/>
          </ac:picMkLst>
        </pc:picChg>
      </pc:sldChg>
    </pc:docChg>
  </pc:docChgLst>
  <pc:docChgLst>
    <pc:chgData name="Mayank Sahu" userId="S::mayank.sahu@valuemomentum.com::4f079f6a-66ba-4837-9cf6-2f74864da905" providerId="AD" clId="Web-{BC75B88F-6C8E-1CB6-65E6-80647801B32E}"/>
    <pc:docChg chg="modSld">
      <pc:chgData name="Mayank Sahu" userId="S::mayank.sahu@valuemomentum.com::4f079f6a-66ba-4837-9cf6-2f74864da905" providerId="AD" clId="Web-{BC75B88F-6C8E-1CB6-65E6-80647801B32E}" dt="2026-10-06T07:42:53.951" v="1" actId="20577"/>
      <pc:docMkLst>
        <pc:docMk/>
      </pc:docMkLst>
      <pc:sldChg chg="modSp">
        <pc:chgData name="Mayank Sahu" userId="S::mayank.sahu@valuemomentum.com::4f079f6a-66ba-4837-9cf6-2f74864da905" providerId="AD" clId="Web-{BC75B88F-6C8E-1CB6-65E6-80647801B32E}" dt="2026-10-06T07:42:53.951" v="1" actId="20577"/>
        <pc:sldMkLst>
          <pc:docMk/>
          <pc:sldMk cId="1715928320" sldId="265"/>
        </pc:sldMkLst>
        <pc:spChg chg="mod">
          <ac:chgData name="Mayank Sahu" userId="S::mayank.sahu@valuemomentum.com::4f079f6a-66ba-4837-9cf6-2f74864da905" providerId="AD" clId="Web-{BC75B88F-6C8E-1CB6-65E6-80647801B32E}" dt="2026-10-06T07:42:53.951" v="1" actId="20577"/>
          <ac:spMkLst>
            <pc:docMk/>
            <pc:sldMk cId="1715928320" sldId="265"/>
            <ac:spMk id="43" creationId="{7E2C7A82-D5D9-1F20-07BD-CCC9DF7F970F}"/>
          </ac:spMkLst>
        </pc:spChg>
      </pc:sldChg>
    </pc:docChg>
  </pc:docChgLst>
  <pc:docChgLst>
    <pc:chgData name="Indrasenareddy Madhireddy" userId="S::indrasenareddy.madhireddy@valuemomentum.com::d803fd35-7ddb-42f0-8c64-1a96dbe3dc0e" providerId="AD" clId="Web-{00000000-0000-0000-0000-000000000000}"/>
    <pc:docChg chg="addSld delSld">
      <pc:chgData name="Indrasenareddy Madhireddy" userId="S::indrasenareddy.madhireddy@valuemomentum.com::d803fd35-7ddb-42f0-8c64-1a96dbe3dc0e" providerId="AD" clId="Web-{00000000-0000-0000-0000-000000000000}" dt="2026-10-06T07:36:48.285" v="2"/>
      <pc:docMkLst>
        <pc:docMk/>
      </pc:docMkLst>
      <pc:sldChg chg="new del">
        <pc:chgData name="Indrasenareddy Madhireddy" userId="S::indrasenareddy.madhireddy@valuemomentum.com::d803fd35-7ddb-42f0-8c64-1a96dbe3dc0e" providerId="AD" clId="Web-{00000000-0000-0000-0000-000000000000}" dt="2026-10-06T07:36:48.285" v="2"/>
        <pc:sldMkLst>
          <pc:docMk/>
          <pc:sldMk cId="1077370656" sldId="266"/>
        </pc:sldMkLst>
      </pc:sldChg>
      <pc:sldChg chg="add">
        <pc:chgData name="Indrasenareddy Madhireddy" userId="S::indrasenareddy.madhireddy@valuemomentum.com::d803fd35-7ddb-42f0-8c64-1a96dbe3dc0e" providerId="AD" clId="Web-{00000000-0000-0000-0000-000000000000}" dt="2026-10-06T07:36:42.253" v="1"/>
        <pc:sldMkLst>
          <pc:docMk/>
          <pc:sldMk cId="1503595699" sldId="267"/>
        </pc:sldMkLst>
      </pc:sldChg>
    </pc:docChg>
  </pc:docChgLst>
  <pc:docChgLst>
    <pc:chgData name="Mayank Sahu" userId="S::mayank.sahu@valuemomentum.com::4f079f6a-66ba-4837-9cf6-2f74864da905" providerId="AD" clId="Web-{55EFB7BB-8131-F412-8146-B99B2665F4C8}"/>
    <pc:docChg chg="modSld">
      <pc:chgData name="Mayank Sahu" userId="S::mayank.sahu@valuemomentum.com::4f079f6a-66ba-4837-9cf6-2f74864da905" providerId="AD" clId="Web-{55EFB7BB-8131-F412-8146-B99B2665F4C8}" dt="2026-10-06T08:46:19.677" v="1" actId="20577"/>
      <pc:docMkLst>
        <pc:docMk/>
      </pc:docMkLst>
      <pc:sldChg chg="modSp">
        <pc:chgData name="Mayank Sahu" userId="S::mayank.sahu@valuemomentum.com::4f079f6a-66ba-4837-9cf6-2f74864da905" providerId="AD" clId="Web-{55EFB7BB-8131-F412-8146-B99B2665F4C8}" dt="2026-10-06T08:46:19.677" v="1" actId="20577"/>
        <pc:sldMkLst>
          <pc:docMk/>
          <pc:sldMk cId="1715928320" sldId="265"/>
        </pc:sldMkLst>
        <pc:spChg chg="mod">
          <ac:chgData name="Mayank Sahu" userId="S::mayank.sahu@valuemomentum.com::4f079f6a-66ba-4837-9cf6-2f74864da905" providerId="AD" clId="Web-{55EFB7BB-8131-F412-8146-B99B2665F4C8}" dt="2026-10-06T08:46:19.677" v="1" actId="20577"/>
          <ac:spMkLst>
            <pc:docMk/>
            <pc:sldMk cId="1715928320" sldId="265"/>
            <ac:spMk id="23" creationId="{F24D3471-5B7A-6469-823A-CA02E539AAE2}"/>
          </ac:spMkLst>
        </pc:spChg>
      </pc:sldChg>
    </pc:docChg>
  </pc:docChgLst>
  <pc:docChgLst>
    <pc:chgData name="Malleswara Rao Veera Somula" userId="S::malleswararao.somula@valuemomentum.com::b8e39b18-68b8-4565-b6a6-1ac238b3d11f" providerId="AD" clId="Web-{00000000-0000-0000-0000-000000000000}"/>
    <pc:docChg chg="addSld modSld">
      <pc:chgData name="Malleswara Rao Veera Somula" userId="S::malleswararao.somula@valuemomentum.com::b8e39b18-68b8-4565-b6a6-1ac238b3d11f" providerId="AD" clId="Web-{00000000-0000-0000-0000-000000000000}" dt="2026-10-06T09:20:21.404" v="7" actId="20577"/>
      <pc:docMkLst>
        <pc:docMk/>
      </pc:docMkLst>
      <pc:sldChg chg="modSp add">
        <pc:chgData name="Malleswara Rao Veera Somula" userId="S::malleswararao.somula@valuemomentum.com::b8e39b18-68b8-4565-b6a6-1ac238b3d11f" providerId="AD" clId="Web-{00000000-0000-0000-0000-000000000000}" dt="2026-10-06T09:20:21.404" v="7" actId="20577"/>
        <pc:sldMkLst>
          <pc:docMk/>
          <pc:sldMk cId="1601307627" sldId="278"/>
        </pc:sldMkLst>
        <pc:spChg chg="mod">
          <ac:chgData name="Malleswara Rao Veera Somula" userId="S::malleswararao.somula@valuemomentum.com::b8e39b18-68b8-4565-b6a6-1ac238b3d11f" providerId="AD" clId="Web-{00000000-0000-0000-0000-000000000000}" dt="2026-10-06T09:19:45.903" v="6" actId="20577"/>
          <ac:spMkLst>
            <pc:docMk/>
            <pc:sldMk cId="1601307627" sldId="278"/>
            <ac:spMk id="23" creationId="{F24D3471-5B7A-6469-823A-CA02E539AAE2}"/>
          </ac:spMkLst>
        </pc:spChg>
        <pc:spChg chg="mod">
          <ac:chgData name="Malleswara Rao Veera Somula" userId="S::malleswararao.somula@valuemomentum.com::b8e39b18-68b8-4565-b6a6-1ac238b3d11f" providerId="AD" clId="Web-{00000000-0000-0000-0000-000000000000}" dt="2026-10-06T09:20:21.404" v="7" actId="20577"/>
          <ac:spMkLst>
            <pc:docMk/>
            <pc:sldMk cId="1601307627" sldId="278"/>
            <ac:spMk id="43" creationId="{7E2C7A82-D5D9-1F20-07BD-CCC9DF7F970F}"/>
          </ac:spMkLst>
        </pc:spChg>
        <pc:picChg chg="mod">
          <ac:chgData name="Malleswara Rao Veera Somula" userId="S::malleswararao.somula@valuemomentum.com::b8e39b18-68b8-4565-b6a6-1ac238b3d11f" providerId="AD" clId="Web-{00000000-0000-0000-0000-000000000000}" dt="2026-10-06T09:11:45.438" v="5" actId="14100"/>
          <ac:picMkLst>
            <pc:docMk/>
            <pc:sldMk cId="1601307627" sldId="278"/>
            <ac:picMk id="10" creationId="{A4BEF42F-D4F4-34F9-EBFA-9A9EC446C60E}"/>
          </ac:picMkLst>
        </pc:picChg>
      </pc:sldChg>
    </pc:docChg>
  </pc:docChgLst>
  <pc:docChgLst>
    <pc:chgData name="Sai Karuna Paramaiahgari" userId="S::saikaruna.paramaiahgari@valuemomentum.com::d12cca50-93ba-4a6b-add6-3d4de103d5ed" providerId="AD" clId="Web-{3E59A313-6A07-8560-2488-50ED111CF0A3}"/>
    <pc:docChg chg="modSld">
      <pc:chgData name="Sai Karuna Paramaiahgari" userId="S::saikaruna.paramaiahgari@valuemomentum.com::d12cca50-93ba-4a6b-add6-3d4de103d5ed" providerId="AD" clId="Web-{3E59A313-6A07-8560-2488-50ED111CF0A3}" dt="2026-10-06T05:58:08.469" v="14" actId="20577"/>
      <pc:docMkLst>
        <pc:docMk/>
      </pc:docMkLst>
      <pc:sldChg chg="addSp delSp modSp">
        <pc:chgData name="Sai Karuna Paramaiahgari" userId="S::saikaruna.paramaiahgari@valuemomentum.com::d12cca50-93ba-4a6b-add6-3d4de103d5ed" providerId="AD" clId="Web-{3E59A313-6A07-8560-2488-50ED111CF0A3}" dt="2026-10-06T05:58:08.469" v="14" actId="20577"/>
        <pc:sldMkLst>
          <pc:docMk/>
          <pc:sldMk cId="2926458250" sldId="257"/>
        </pc:sldMkLst>
        <pc:spChg chg="add del mod">
          <ac:chgData name="Sai Karuna Paramaiahgari" userId="S::saikaruna.paramaiahgari@valuemomentum.com::d12cca50-93ba-4a6b-add6-3d4de103d5ed" providerId="AD" clId="Web-{3E59A313-6A07-8560-2488-50ED111CF0A3}" dt="2026-10-06T05:43:38.316" v="3" actId="20577"/>
          <ac:spMkLst>
            <pc:docMk/>
            <pc:sldMk cId="2926458250" sldId="257"/>
            <ac:spMk id="13" creationId="{12146EE0-626B-9A7F-9730-3B4197B5F3A6}"/>
          </ac:spMkLst>
        </pc:spChg>
        <pc:spChg chg="mod">
          <ac:chgData name="Sai Karuna Paramaiahgari" userId="S::saikaruna.paramaiahgari@valuemomentum.com::d12cca50-93ba-4a6b-add6-3d4de103d5ed" providerId="AD" clId="Web-{3E59A313-6A07-8560-2488-50ED111CF0A3}" dt="2026-10-06T05:58:08.469" v="14" actId="20577"/>
          <ac:spMkLst>
            <pc:docMk/>
            <pc:sldMk cId="2926458250" sldId="257"/>
            <ac:spMk id="23" creationId="{AEE46896-1E35-423C-67D7-B28DA22A75B2}"/>
          </ac:spMkLst>
        </pc:spChg>
        <pc:picChg chg="del">
          <ac:chgData name="Sai Karuna Paramaiahgari" userId="S::saikaruna.paramaiahgari@valuemomentum.com::d12cca50-93ba-4a6b-add6-3d4de103d5ed" providerId="AD" clId="Web-{3E59A313-6A07-8560-2488-50ED111CF0A3}" dt="2026-10-06T05:43:42.847" v="4"/>
          <ac:picMkLst>
            <pc:docMk/>
            <pc:sldMk cId="2926458250" sldId="257"/>
            <ac:picMk id="46" creationId="{2BE6C9B7-23BB-3B93-89F6-B96BCDD32910}"/>
          </ac:picMkLst>
        </pc:picChg>
      </pc:sldChg>
    </pc:docChg>
  </pc:docChgLst>
  <pc:docChgLst>
    <pc:chgData name="Satish Kumar Peddi Reddy" userId="S::satish.peddireddy@valuemomentum.com::f202fcae-93ca-4ed8-add5-2821e04a5daa" providerId="AD" clId="Web-{BEB76215-4137-65E9-6C1D-9A48831347DC}"/>
    <pc:docChg chg="modSld">
      <pc:chgData name="Satish Kumar Peddi Reddy" userId="S::satish.peddireddy@valuemomentum.com::f202fcae-93ca-4ed8-add5-2821e04a5daa" providerId="AD" clId="Web-{BEB76215-4137-65E9-6C1D-9A48831347DC}" dt="2026-10-06T10:09:11.613" v="19" actId="20577"/>
      <pc:docMkLst>
        <pc:docMk/>
      </pc:docMkLst>
      <pc:sldChg chg="modSp">
        <pc:chgData name="Satish Kumar Peddi Reddy" userId="S::satish.peddireddy@valuemomentum.com::f202fcae-93ca-4ed8-add5-2821e04a5daa" providerId="AD" clId="Web-{BEB76215-4137-65E9-6C1D-9A48831347DC}" dt="2026-10-06T10:09:11.613" v="19" actId="20577"/>
        <pc:sldMkLst>
          <pc:docMk/>
          <pc:sldMk cId="3554790308" sldId="281"/>
        </pc:sldMkLst>
        <pc:spChg chg="mod">
          <ac:chgData name="Satish Kumar Peddi Reddy" userId="S::satish.peddireddy@valuemomentum.com::f202fcae-93ca-4ed8-add5-2821e04a5daa" providerId="AD" clId="Web-{BEB76215-4137-65E9-6C1D-9A48831347DC}" dt="2026-10-06T10:09:11.613" v="19" actId="20577"/>
          <ac:spMkLst>
            <pc:docMk/>
            <pc:sldMk cId="3554790308" sldId="281"/>
            <ac:spMk id="43" creationId="{B5D2C3D7-B378-E319-7298-5146EB927AE2}"/>
          </ac:spMkLst>
        </pc:spChg>
      </pc:sldChg>
    </pc:docChg>
  </pc:docChgLst>
  <pc:docChgLst>
    <pc:chgData name="Malleswara Rao Veera Somula" userId="S::malleswararao.somula@valuemomentum.com::b8e39b18-68b8-4565-b6a6-1ac238b3d11f" providerId="AD" clId="Web-{C91580FF-8DF1-A828-53DA-D6C5062A30C9}"/>
    <pc:docChg chg="addSld delSld modSld sldOrd">
      <pc:chgData name="Malleswara Rao Veera Somula" userId="S::malleswararao.somula@valuemomentum.com::b8e39b18-68b8-4565-b6a6-1ac238b3d11f" providerId="AD" clId="Web-{C91580FF-8DF1-A828-53DA-D6C5062A30C9}" dt="2026-10-07T06:58:59.292" v="54"/>
      <pc:docMkLst>
        <pc:docMk/>
      </pc:docMkLst>
      <pc:sldChg chg="addSp delSp modSp">
        <pc:chgData name="Malleswara Rao Veera Somula" userId="S::malleswararao.somula@valuemomentum.com::b8e39b18-68b8-4565-b6a6-1ac238b3d11f" providerId="AD" clId="Web-{C91580FF-8DF1-A828-53DA-D6C5062A30C9}" dt="2026-10-07T06:57:29.929" v="50" actId="20577"/>
        <pc:sldMkLst>
          <pc:docMk/>
          <pc:sldMk cId="1601307627" sldId="278"/>
        </pc:sldMkLst>
        <pc:spChg chg="add del mod">
          <ac:chgData name="Malleswara Rao Veera Somula" userId="S::malleswararao.somula@valuemomentum.com::b8e39b18-68b8-4565-b6a6-1ac238b3d11f" providerId="AD" clId="Web-{C91580FF-8DF1-A828-53DA-D6C5062A30C9}" dt="2026-10-07T06:57:06.053" v="35"/>
          <ac:spMkLst>
            <pc:docMk/>
            <pc:sldMk cId="1601307627" sldId="278"/>
            <ac:spMk id="2" creationId="{7E2C7A82-D5D9-1F20-07BD-CCC9DF7F970F}"/>
          </ac:spMkLst>
        </pc:spChg>
        <pc:spChg chg="add mod">
          <ac:chgData name="Malleswara Rao Veera Somula" userId="S::malleswararao.somula@valuemomentum.com::b8e39b18-68b8-4565-b6a6-1ac238b3d11f" providerId="AD" clId="Web-{C91580FF-8DF1-A828-53DA-D6C5062A30C9}" dt="2026-10-07T06:57:29.929" v="50" actId="20577"/>
          <ac:spMkLst>
            <pc:docMk/>
            <pc:sldMk cId="1601307627" sldId="278"/>
            <ac:spMk id="3" creationId="{50D403F8-393B-0416-396F-73828DB65413}"/>
          </ac:spMkLst>
        </pc:spChg>
        <pc:spChg chg="del mod">
          <ac:chgData name="Malleswara Rao Veera Somula" userId="S::malleswararao.somula@valuemomentum.com::b8e39b18-68b8-4565-b6a6-1ac238b3d11f" providerId="AD" clId="Web-{C91580FF-8DF1-A828-53DA-D6C5062A30C9}" dt="2026-10-07T06:57:20.069" v="40"/>
          <ac:spMkLst>
            <pc:docMk/>
            <pc:sldMk cId="1601307627" sldId="278"/>
            <ac:spMk id="43" creationId="{7E2C7A82-D5D9-1F20-07BD-CCC9DF7F970F}"/>
          </ac:spMkLst>
        </pc:spChg>
      </pc:sldChg>
      <pc:sldChg chg="new del">
        <pc:chgData name="Malleswara Rao Veera Somula" userId="S::malleswararao.somula@valuemomentum.com::b8e39b18-68b8-4565-b6a6-1ac238b3d11f" providerId="AD" clId="Web-{C91580FF-8DF1-A828-53DA-D6C5062A30C9}" dt="2026-10-07T06:58:55.542" v="53"/>
        <pc:sldMkLst>
          <pc:docMk/>
          <pc:sldMk cId="3247083954" sldId="288"/>
        </pc:sldMkLst>
      </pc:sldChg>
      <pc:sldChg chg="add ord">
        <pc:chgData name="Malleswara Rao Veera Somula" userId="S::malleswararao.somula@valuemomentum.com::b8e39b18-68b8-4565-b6a6-1ac238b3d11f" providerId="AD" clId="Web-{C91580FF-8DF1-A828-53DA-D6C5062A30C9}" dt="2026-10-07T06:58:59.292" v="54"/>
        <pc:sldMkLst>
          <pc:docMk/>
          <pc:sldMk cId="535168906" sldId="289"/>
        </pc:sldMkLst>
      </pc:sldChg>
    </pc:docChg>
  </pc:docChgLst>
  <pc:docChgLst>
    <pc:chgData name="Vinay Samala" userId="S::vinay.samala@valuemomentum.com::b697c9ee-dbf1-4838-bf19-dee97ec0c781" providerId="AD" clId="Web-{2FDC00E4-BF87-F56C-0388-90376EF15C74}"/>
    <pc:docChg chg="addSld delSld">
      <pc:chgData name="Vinay Samala" userId="S::vinay.samala@valuemomentum.com::b697c9ee-dbf1-4838-bf19-dee97ec0c781" providerId="AD" clId="Web-{2FDC00E4-BF87-F56C-0388-90376EF15C74}" dt="2026-10-06T10:00:39.142" v="2"/>
      <pc:docMkLst>
        <pc:docMk/>
      </pc:docMkLst>
      <pc:sldChg chg="add del">
        <pc:chgData name="Vinay Samala" userId="S::vinay.samala@valuemomentum.com::b697c9ee-dbf1-4838-bf19-dee97ec0c781" providerId="AD" clId="Web-{2FDC00E4-BF87-F56C-0388-90376EF15C74}" dt="2026-10-06T10:00:15.704" v="1"/>
        <pc:sldMkLst>
          <pc:docMk/>
          <pc:sldMk cId="804432292" sldId="283"/>
        </pc:sldMkLst>
      </pc:sldChg>
      <pc:sldChg chg="add">
        <pc:chgData name="Vinay Samala" userId="S::vinay.samala@valuemomentum.com::b697c9ee-dbf1-4838-bf19-dee97ec0c781" providerId="AD" clId="Web-{2FDC00E4-BF87-F56C-0388-90376EF15C74}" dt="2026-10-06T10:00:39.142" v="2"/>
        <pc:sldMkLst>
          <pc:docMk/>
          <pc:sldMk cId="2276486233" sldId="283"/>
        </pc:sldMkLst>
      </pc:sldChg>
    </pc:docChg>
  </pc:docChgLst>
  <pc:docChgLst>
    <pc:chgData name="Srinivasa Bhargav Pothineni" userId="S::srinivasa.pothineni@valuemomentum.com::d7f7b914-c7e5-4aa8-9f75-39768e6a48fa" providerId="AD" clId="Web-{6CF8326B-EE94-64C0-ABEA-8C687D06C676}"/>
    <pc:docChg chg="addSld delSld modSld sldOrd">
      <pc:chgData name="Srinivasa Bhargav Pothineni" userId="S::srinivasa.pothineni@valuemomentum.com::d7f7b914-c7e5-4aa8-9f75-39768e6a48fa" providerId="AD" clId="Web-{6CF8326B-EE94-64C0-ABEA-8C687D06C676}" dt="2026-10-06T06:22:11.594" v="10"/>
      <pc:docMkLst>
        <pc:docMk/>
      </pc:docMkLst>
      <pc:sldChg chg="addSp delSp modSp new del ord">
        <pc:chgData name="Srinivasa Bhargav Pothineni" userId="S::srinivasa.pothineni@valuemomentum.com::d7f7b914-c7e5-4aa8-9f75-39768e6a48fa" providerId="AD" clId="Web-{6CF8326B-EE94-64C0-ABEA-8C687D06C676}" dt="2026-10-06T06:21:58.250" v="5"/>
        <pc:sldMkLst>
          <pc:docMk/>
          <pc:sldMk cId="2056787002" sldId="258"/>
        </pc:sldMkLst>
        <pc:spChg chg="add del">
          <ac:chgData name="Srinivasa Bhargav Pothineni" userId="S::srinivasa.pothineni@valuemomentum.com::d7f7b914-c7e5-4aa8-9f75-39768e6a48fa" providerId="AD" clId="Web-{6CF8326B-EE94-64C0-ABEA-8C687D06C676}" dt="2026-10-06T06:21:51.110" v="3"/>
          <ac:spMkLst>
            <pc:docMk/>
            <pc:sldMk cId="2056787002" sldId="258"/>
            <ac:spMk id="3" creationId="{A600F8F0-29BE-1DA4-D4BC-7339496BF4D4}"/>
          </ac:spMkLst>
        </pc:spChg>
        <pc:picChg chg="add del mod ord">
          <ac:chgData name="Srinivasa Bhargav Pothineni" userId="S::srinivasa.pothineni@valuemomentum.com::d7f7b914-c7e5-4aa8-9f75-39768e6a48fa" providerId="AD" clId="Web-{6CF8326B-EE94-64C0-ABEA-8C687D06C676}" dt="2026-10-06T06:21:51.110" v="3"/>
          <ac:picMkLst>
            <pc:docMk/>
            <pc:sldMk cId="2056787002" sldId="258"/>
            <ac:picMk id="4" creationId="{175CA4EE-9CEA-5993-3E03-ACDD22EA61C3}"/>
          </ac:picMkLst>
        </pc:picChg>
      </pc:sldChg>
      <pc:sldChg chg="addSp delSp modSp new ord">
        <pc:chgData name="Srinivasa Bhargav Pothineni" userId="S::srinivasa.pothineni@valuemomentum.com::d7f7b914-c7e5-4aa8-9f75-39768e6a48fa" providerId="AD" clId="Web-{6CF8326B-EE94-64C0-ABEA-8C687D06C676}" dt="2026-10-06T06:22:11.594" v="10"/>
        <pc:sldMkLst>
          <pc:docMk/>
          <pc:sldMk cId="3813560013" sldId="258"/>
        </pc:sldMkLst>
        <pc:spChg chg="del">
          <ac:chgData name="Srinivasa Bhargav Pothineni" userId="S::srinivasa.pothineni@valuemomentum.com::d7f7b914-c7e5-4aa8-9f75-39768e6a48fa" providerId="AD" clId="Web-{6CF8326B-EE94-64C0-ABEA-8C687D06C676}" dt="2026-10-06T06:22:09.079" v="9"/>
          <ac:spMkLst>
            <pc:docMk/>
            <pc:sldMk cId="3813560013" sldId="258"/>
            <ac:spMk id="2" creationId="{C061C91D-1889-947C-A801-71FB8E74F205}"/>
          </ac:spMkLst>
        </pc:spChg>
        <pc:spChg chg="del">
          <ac:chgData name="Srinivasa Bhargav Pothineni" userId="S::srinivasa.pothineni@valuemomentum.com::d7f7b914-c7e5-4aa8-9f75-39768e6a48fa" providerId="AD" clId="Web-{6CF8326B-EE94-64C0-ABEA-8C687D06C676}" dt="2026-10-06T06:22:09.079" v="8"/>
          <ac:spMkLst>
            <pc:docMk/>
            <pc:sldMk cId="3813560013" sldId="258"/>
            <ac:spMk id="3" creationId="{518C81DD-8DBA-8FB4-D799-C3B1A3EFBE49}"/>
          </ac:spMkLst>
        </pc:spChg>
        <pc:picChg chg="add mod">
          <ac:chgData name="Srinivasa Bhargav Pothineni" userId="S::srinivasa.pothineni@valuemomentum.com::d7f7b914-c7e5-4aa8-9f75-39768e6a48fa" providerId="AD" clId="Web-{6CF8326B-EE94-64C0-ABEA-8C687D06C676}" dt="2026-10-06T06:22:11.594" v="10"/>
          <ac:picMkLst>
            <pc:docMk/>
            <pc:sldMk cId="3813560013" sldId="258"/>
            <ac:picMk id="4" creationId="{E4E80C5B-3612-B23B-4929-981FA046FA7F}"/>
          </ac:picMkLst>
        </pc:picChg>
      </pc:sldChg>
    </pc:docChg>
  </pc:docChgLst>
  <pc:docChgLst>
    <pc:chgData name="Rajni Kumari" userId="S::rajni.kumari@valuemomentum.com::762caecf-c41c-404d-8f22-819c6f1a633e" providerId="AD" clId="Web-{BAAEA140-605D-0438-F634-EE4A12871EFF}"/>
    <pc:docChg chg="addSld delSld">
      <pc:chgData name="Rajni Kumari" userId="S::rajni.kumari@valuemomentum.com::762caecf-c41c-404d-8f22-819c6f1a633e" providerId="AD" clId="Web-{BAAEA140-605D-0438-F634-EE4A12871EFF}" dt="2026-10-06T09:51:43.935" v="1"/>
      <pc:docMkLst>
        <pc:docMk/>
      </pc:docMkLst>
      <pc:sldChg chg="del">
        <pc:chgData name="Rajni Kumari" userId="S::rajni.kumari@valuemomentum.com::762caecf-c41c-404d-8f22-819c6f1a633e" providerId="AD" clId="Web-{BAAEA140-605D-0438-F634-EE4A12871EFF}" dt="2026-10-06T09:51:43.935" v="1"/>
        <pc:sldMkLst>
          <pc:docMk/>
          <pc:sldMk cId="4073666446" sldId="280"/>
        </pc:sldMkLst>
      </pc:sldChg>
      <pc:sldChg chg="add">
        <pc:chgData name="Rajni Kumari" userId="S::rajni.kumari@valuemomentum.com::762caecf-c41c-404d-8f22-819c6f1a633e" providerId="AD" clId="Web-{BAAEA140-605D-0438-F634-EE4A12871EFF}" dt="2026-10-06T09:51:34.763" v="0"/>
        <pc:sldMkLst>
          <pc:docMk/>
          <pc:sldMk cId="3328359652" sldId="282"/>
        </pc:sldMkLst>
      </pc:sldChg>
    </pc:docChg>
  </pc:docChgLst>
  <pc:docChgLst>
    <pc:chgData name="Aswin Murugan" userId="S::aswin.murugan@valuemomentum.com::a5fb9c0b-19a0-4d73-bac3-d8d769094281" providerId="AD" clId="Web-{6BFD4DA8-B5A3-436C-81F7-DE5CB51FA410}"/>
    <pc:docChg chg="addSld delSld modSld">
      <pc:chgData name="Aswin Murugan" userId="S::aswin.murugan@valuemomentum.com::a5fb9c0b-19a0-4d73-bac3-d8d769094281" providerId="AD" clId="Web-{6BFD4DA8-B5A3-436C-81F7-DE5CB51FA410}" dt="2026-10-06T07:44:33.126" v="117" actId="14100"/>
      <pc:docMkLst>
        <pc:docMk/>
      </pc:docMkLst>
      <pc:sldChg chg="addSp delSp modSp new del mod setBg">
        <pc:chgData name="Aswin Murugan" userId="S::aswin.murugan@valuemomentum.com::a5fb9c0b-19a0-4d73-bac3-d8d769094281" providerId="AD" clId="Web-{6BFD4DA8-B5A3-436C-81F7-DE5CB51FA410}" dt="2026-10-06T07:00:12.260" v="7"/>
        <pc:sldMkLst>
          <pc:docMk/>
          <pc:sldMk cId="832469059" sldId="260"/>
        </pc:sldMkLst>
        <pc:spChg chg="add del">
          <ac:chgData name="Aswin Murugan" userId="S::aswin.murugan@valuemomentum.com::a5fb9c0b-19a0-4d73-bac3-d8d769094281" providerId="AD" clId="Web-{6BFD4DA8-B5A3-436C-81F7-DE5CB51FA410}" dt="2026-10-06T07:00:00.745" v="6"/>
          <ac:spMkLst>
            <pc:docMk/>
            <pc:sldMk cId="832469059" sldId="260"/>
            <ac:spMk id="2" creationId="{3D1EDDDA-BE24-5CC0-91E9-0B9536B097FF}"/>
          </ac:spMkLst>
        </pc:spChg>
        <pc:spChg chg="add del">
          <ac:chgData name="Aswin Murugan" userId="S::aswin.murugan@valuemomentum.com::a5fb9c0b-19a0-4d73-bac3-d8d769094281" providerId="AD" clId="Web-{6BFD4DA8-B5A3-436C-81F7-DE5CB51FA410}" dt="2026-10-06T07:00:00.745" v="5"/>
          <ac:spMkLst>
            <pc:docMk/>
            <pc:sldMk cId="832469059" sldId="260"/>
            <ac:spMk id="3" creationId="{DAE49411-006E-6FA4-54B8-8661E82C0485}"/>
          </ac:spMkLst>
        </pc:spChg>
        <pc:spChg chg="add del">
          <ac:chgData name="Aswin Murugan" userId="S::aswin.murugan@valuemomentum.com::a5fb9c0b-19a0-4d73-bac3-d8d769094281" providerId="AD" clId="Web-{6BFD4DA8-B5A3-436C-81F7-DE5CB51FA410}" dt="2026-10-06T06:59:50.323" v="3"/>
          <ac:spMkLst>
            <pc:docMk/>
            <pc:sldMk cId="832469059" sldId="260"/>
            <ac:spMk id="9" creationId="{42A4FC2C-047E-45A5-965D-8E1E3BF09BC6}"/>
          </ac:spMkLst>
        </pc:spChg>
        <pc:picChg chg="add del mod ord">
          <ac:chgData name="Aswin Murugan" userId="S::aswin.murugan@valuemomentum.com::a5fb9c0b-19a0-4d73-bac3-d8d769094281" providerId="AD" clId="Web-{6BFD4DA8-B5A3-436C-81F7-DE5CB51FA410}" dt="2026-10-06T06:59:56.948" v="4"/>
          <ac:picMkLst>
            <pc:docMk/>
            <pc:sldMk cId="832469059" sldId="260"/>
            <ac:picMk id="4" creationId="{A6D1590E-39B2-DB54-04A4-F0D538356DBF}"/>
          </ac:picMkLst>
        </pc:picChg>
      </pc:sldChg>
      <pc:sldChg chg="addSp delSp modSp add replId">
        <pc:chgData name="Aswin Murugan" userId="S::aswin.murugan@valuemomentum.com::a5fb9c0b-19a0-4d73-bac3-d8d769094281" providerId="AD" clId="Web-{6BFD4DA8-B5A3-436C-81F7-DE5CB51FA410}" dt="2026-10-06T07:44:33.126" v="117" actId="14100"/>
        <pc:sldMkLst>
          <pc:docMk/>
          <pc:sldMk cId="3014120160" sldId="260"/>
        </pc:sldMkLst>
        <pc:spChg chg="mod">
          <ac:chgData name="Aswin Murugan" userId="S::aswin.murugan@valuemomentum.com::a5fb9c0b-19a0-4d73-bac3-d8d769094281" providerId="AD" clId="Web-{6BFD4DA8-B5A3-436C-81F7-DE5CB51FA410}" dt="2026-10-06T07:02:01.324" v="10" actId="20577"/>
          <ac:spMkLst>
            <pc:docMk/>
            <pc:sldMk cId="3014120160" sldId="260"/>
            <ac:spMk id="13" creationId="{9C96650F-0E34-AC4A-740F-9850D6D5AD43}"/>
          </ac:spMkLst>
        </pc:spChg>
        <pc:spChg chg="mod">
          <ac:chgData name="Aswin Murugan" userId="S::aswin.murugan@valuemomentum.com::a5fb9c0b-19a0-4d73-bac3-d8d769094281" providerId="AD" clId="Web-{6BFD4DA8-B5A3-436C-81F7-DE5CB51FA410}" dt="2026-10-06T07:14:55.147" v="110" actId="20577"/>
          <ac:spMkLst>
            <pc:docMk/>
            <pc:sldMk cId="3014120160" sldId="260"/>
            <ac:spMk id="23" creationId="{C5664730-6AE5-2333-DCC6-7FC7B4DA6C0C}"/>
          </ac:spMkLst>
        </pc:spChg>
        <pc:spChg chg="mod">
          <ac:chgData name="Aswin Murugan" userId="S::aswin.murugan@valuemomentum.com::a5fb9c0b-19a0-4d73-bac3-d8d769094281" providerId="AD" clId="Web-{6BFD4DA8-B5A3-436C-81F7-DE5CB51FA410}" dt="2026-10-06T07:09:44.221" v="62" actId="20577"/>
          <ac:spMkLst>
            <pc:docMk/>
            <pc:sldMk cId="3014120160" sldId="260"/>
            <ac:spMk id="37" creationId="{83E5D741-17D8-7A93-BB0C-1CAF0E5398FD}"/>
          </ac:spMkLst>
        </pc:spChg>
        <pc:spChg chg="mod">
          <ac:chgData name="Aswin Murugan" userId="S::aswin.murugan@valuemomentum.com::a5fb9c0b-19a0-4d73-bac3-d8d769094281" providerId="AD" clId="Web-{6BFD4DA8-B5A3-436C-81F7-DE5CB51FA410}" dt="2026-10-06T07:15:21.382" v="114" actId="20577"/>
          <ac:spMkLst>
            <pc:docMk/>
            <pc:sldMk cId="3014120160" sldId="260"/>
            <ac:spMk id="43" creationId="{78C00DCB-4E77-5E30-5986-19B87D06A202}"/>
          </ac:spMkLst>
        </pc:spChg>
        <pc:picChg chg="add del mod">
          <ac:chgData name="Aswin Murugan" userId="S::aswin.murugan@valuemomentum.com::a5fb9c0b-19a0-4d73-bac3-d8d769094281" providerId="AD" clId="Web-{6BFD4DA8-B5A3-436C-81F7-DE5CB51FA410}" dt="2026-10-06T07:04:45.123" v="19"/>
          <ac:picMkLst>
            <pc:docMk/>
            <pc:sldMk cId="3014120160" sldId="260"/>
            <ac:picMk id="2" creationId="{F68460DD-01D7-8FC7-351F-6DD36E0C6C6F}"/>
          </ac:picMkLst>
        </pc:picChg>
        <pc:picChg chg="add del mod modCrop">
          <ac:chgData name="Aswin Murugan" userId="S::aswin.murugan@valuemomentum.com::a5fb9c0b-19a0-4d73-bac3-d8d769094281" providerId="AD" clId="Web-{6BFD4DA8-B5A3-436C-81F7-DE5CB51FA410}" dt="2026-10-06T07:44:33.126" v="117" actId="14100"/>
          <ac:picMkLst>
            <pc:docMk/>
            <pc:sldMk cId="3014120160" sldId="260"/>
            <ac:picMk id="3" creationId="{D3329E19-ABB0-F8CB-B621-AA06E05EF52B}"/>
          </ac:picMkLst>
        </pc:picChg>
        <pc:picChg chg="add del mod">
          <ac:chgData name="Aswin Murugan" userId="S::aswin.murugan@valuemomentum.com::a5fb9c0b-19a0-4d73-bac3-d8d769094281" providerId="AD" clId="Web-{6BFD4DA8-B5A3-436C-81F7-DE5CB51FA410}" dt="2026-10-06T07:06:24.687" v="34"/>
          <ac:picMkLst>
            <pc:docMk/>
            <pc:sldMk cId="3014120160" sldId="260"/>
            <ac:picMk id="4" creationId="{6D5BD3FC-44C2-5FAD-31A6-53E942C2A8BE}"/>
          </ac:picMkLst>
        </pc:picChg>
        <pc:picChg chg="add del mod">
          <ac:chgData name="Aswin Murugan" userId="S::aswin.murugan@valuemomentum.com::a5fb9c0b-19a0-4d73-bac3-d8d769094281" providerId="AD" clId="Web-{6BFD4DA8-B5A3-436C-81F7-DE5CB51FA410}" dt="2026-10-06T07:06:30.047" v="36"/>
          <ac:picMkLst>
            <pc:docMk/>
            <pc:sldMk cId="3014120160" sldId="260"/>
            <ac:picMk id="6" creationId="{89EEEA4F-E33A-669A-6023-17FEAC3CE4DC}"/>
          </ac:picMkLst>
        </pc:picChg>
      </pc:sldChg>
    </pc:docChg>
  </pc:docChgLst>
  <pc:docChgLst>
    <pc:chgData name="Balaram Pulusu" userId="S::balaram.pulusu@valuemomentum.com::ce934068-9c10-4bd2-b69e-8108df50cca4" providerId="AD" clId="Web-{76CEF550-61A6-D29A-220B-97777864F126}"/>
    <pc:docChg chg="addSld delSld">
      <pc:chgData name="Balaram Pulusu" userId="S::balaram.pulusu@valuemomentum.com::ce934068-9c10-4bd2-b69e-8108df50cca4" providerId="AD" clId="Web-{76CEF550-61A6-D29A-220B-97777864F126}" dt="2026-10-06T07:30:31.068" v="2"/>
      <pc:docMkLst>
        <pc:docMk/>
      </pc:docMkLst>
      <pc:sldChg chg="new del">
        <pc:chgData name="Balaram Pulusu" userId="S::balaram.pulusu@valuemomentum.com::ce934068-9c10-4bd2-b69e-8108df50cca4" providerId="AD" clId="Web-{76CEF550-61A6-D29A-220B-97777864F126}" dt="2026-10-06T07:30:31.068" v="2"/>
        <pc:sldMkLst>
          <pc:docMk/>
          <pc:sldMk cId="3331296482" sldId="263"/>
        </pc:sldMkLst>
      </pc:sldChg>
      <pc:sldChg chg="add">
        <pc:chgData name="Balaram Pulusu" userId="S::balaram.pulusu@valuemomentum.com::ce934068-9c10-4bd2-b69e-8108df50cca4" providerId="AD" clId="Web-{76CEF550-61A6-D29A-220B-97777864F126}" dt="2026-10-06T07:30:23.615" v="1"/>
        <pc:sldMkLst>
          <pc:docMk/>
          <pc:sldMk cId="2585677704" sldId="264"/>
        </pc:sldMkLst>
      </pc:sldChg>
    </pc:docChg>
  </pc:docChgLst>
  <pc:docChgLst>
    <pc:chgData name="Sai Karuna Paramaiahgari" userId="d12cca50-93ba-4a6b-add6-3d4de103d5ed" providerId="ADAL" clId="{ECBA3461-2ECF-42F5-9612-525FF6175C65}"/>
    <pc:docChg chg="undo custSel addSld delSld modSld">
      <pc:chgData name="Sai Karuna Paramaiahgari" userId="d12cca50-93ba-4a6b-add6-3d4de103d5ed" providerId="ADAL" clId="{ECBA3461-2ECF-42F5-9612-525FF6175C65}" dt="2026-10-06T05:52:16.567" v="81" actId="14100"/>
      <pc:docMkLst>
        <pc:docMk/>
      </pc:docMkLst>
      <pc:sldChg chg="addSp new del mod">
        <pc:chgData name="Sai Karuna Paramaiahgari" userId="d12cca50-93ba-4a6b-add6-3d4de103d5ed" providerId="ADAL" clId="{ECBA3461-2ECF-42F5-9612-525FF6175C65}" dt="2026-10-06T05:41:20.225" v="4" actId="2696"/>
        <pc:sldMkLst>
          <pc:docMk/>
          <pc:sldMk cId="1246518120" sldId="257"/>
        </pc:sldMkLst>
        <pc:picChg chg="add">
          <ac:chgData name="Sai Karuna Paramaiahgari" userId="d12cca50-93ba-4a6b-add6-3d4de103d5ed" providerId="ADAL" clId="{ECBA3461-2ECF-42F5-9612-525FF6175C65}" dt="2026-10-06T05:41:11.671" v="3" actId="22"/>
          <ac:picMkLst>
            <pc:docMk/>
            <pc:sldMk cId="1246518120" sldId="257"/>
            <ac:picMk id="3" creationId="{A16E4E96-6A5E-13BB-18E8-BFB7E3DFADF8}"/>
          </ac:picMkLst>
        </pc:picChg>
      </pc:sldChg>
      <pc:sldChg chg="add del">
        <pc:chgData name="Sai Karuna Paramaiahgari" userId="d12cca50-93ba-4a6b-add6-3d4de103d5ed" providerId="ADAL" clId="{ECBA3461-2ECF-42F5-9612-525FF6175C65}" dt="2026-10-06T05:41:05.442" v="1" actId="2696"/>
        <pc:sldMkLst>
          <pc:docMk/>
          <pc:sldMk cId="2050294172" sldId="257"/>
        </pc:sldMkLst>
      </pc:sldChg>
      <pc:sldChg chg="addSp delSp modSp add mod">
        <pc:chgData name="Sai Karuna Paramaiahgari" userId="d12cca50-93ba-4a6b-add6-3d4de103d5ed" providerId="ADAL" clId="{ECBA3461-2ECF-42F5-9612-525FF6175C65}" dt="2026-10-06T05:52:16.567" v="81" actId="14100"/>
        <pc:sldMkLst>
          <pc:docMk/>
          <pc:sldMk cId="2926458250" sldId="257"/>
        </pc:sldMkLst>
        <pc:spChg chg="mod">
          <ac:chgData name="Sai Karuna Paramaiahgari" userId="d12cca50-93ba-4a6b-add6-3d4de103d5ed" providerId="ADAL" clId="{ECBA3461-2ECF-42F5-9612-525FF6175C65}" dt="2026-10-06T05:51:48.026" v="80" actId="14100"/>
          <ac:spMkLst>
            <pc:docMk/>
            <pc:sldMk cId="2926458250" sldId="257"/>
            <ac:spMk id="13" creationId="{12146EE0-626B-9A7F-9730-3B4197B5F3A6}"/>
          </ac:spMkLst>
        </pc:spChg>
        <pc:spChg chg="del mod">
          <ac:chgData name="Sai Karuna Paramaiahgari" userId="d12cca50-93ba-4a6b-add6-3d4de103d5ed" providerId="ADAL" clId="{ECBA3461-2ECF-42F5-9612-525FF6175C65}" dt="2026-10-06T05:44:07.451" v="36" actId="478"/>
          <ac:spMkLst>
            <pc:docMk/>
            <pc:sldMk cId="2926458250" sldId="257"/>
            <ac:spMk id="15" creationId="{ECD759A9-1414-1195-D873-1227578F7715}"/>
          </ac:spMkLst>
        </pc:spChg>
        <pc:spChg chg="mod">
          <ac:chgData name="Sai Karuna Paramaiahgari" userId="d12cca50-93ba-4a6b-add6-3d4de103d5ed" providerId="ADAL" clId="{ECBA3461-2ECF-42F5-9612-525FF6175C65}" dt="2026-10-06T05:45:36.263" v="45" actId="255"/>
          <ac:spMkLst>
            <pc:docMk/>
            <pc:sldMk cId="2926458250" sldId="257"/>
            <ac:spMk id="19" creationId="{044B51E0-A1C1-E582-E586-3604C691D582}"/>
          </ac:spMkLst>
        </pc:spChg>
        <pc:spChg chg="mod">
          <ac:chgData name="Sai Karuna Paramaiahgari" userId="d12cca50-93ba-4a6b-add6-3d4de103d5ed" providerId="ADAL" clId="{ECBA3461-2ECF-42F5-9612-525FF6175C65}" dt="2026-10-06T05:44:59.037" v="43" actId="255"/>
          <ac:spMkLst>
            <pc:docMk/>
            <pc:sldMk cId="2926458250" sldId="257"/>
            <ac:spMk id="23" creationId="{AEE46896-1E35-423C-67D7-B28DA22A75B2}"/>
          </ac:spMkLst>
        </pc:spChg>
        <pc:spChg chg="mod">
          <ac:chgData name="Sai Karuna Paramaiahgari" userId="d12cca50-93ba-4a6b-add6-3d4de103d5ed" providerId="ADAL" clId="{ECBA3461-2ECF-42F5-9612-525FF6175C65}" dt="2026-10-06T05:46:34.976" v="53" actId="14100"/>
          <ac:spMkLst>
            <pc:docMk/>
            <pc:sldMk cId="2926458250" sldId="257"/>
            <ac:spMk id="25" creationId="{BAC81CFF-8D35-1103-D4B0-4CDBD104D199}"/>
          </ac:spMkLst>
        </pc:spChg>
        <pc:spChg chg="mod">
          <ac:chgData name="Sai Karuna Paramaiahgari" userId="d12cca50-93ba-4a6b-add6-3d4de103d5ed" providerId="ADAL" clId="{ECBA3461-2ECF-42F5-9612-525FF6175C65}" dt="2026-10-06T05:45:42.691" v="46" actId="255"/>
          <ac:spMkLst>
            <pc:docMk/>
            <pc:sldMk cId="2926458250" sldId="257"/>
            <ac:spMk id="27" creationId="{F3AC1113-ACEC-3F9E-19E2-C42A85AD033D}"/>
          </ac:spMkLst>
        </pc:spChg>
        <pc:spChg chg="del mod">
          <ac:chgData name="Sai Karuna Paramaiahgari" userId="d12cca50-93ba-4a6b-add6-3d4de103d5ed" providerId="ADAL" clId="{ECBA3461-2ECF-42F5-9612-525FF6175C65}" dt="2026-10-06T05:48:49.649" v="78" actId="478"/>
          <ac:spMkLst>
            <pc:docMk/>
            <pc:sldMk cId="2926458250" sldId="257"/>
            <ac:spMk id="33" creationId="{9BC8D7A0-2617-4F7D-CFEC-3C206299C0A6}"/>
          </ac:spMkLst>
        </pc:spChg>
        <pc:spChg chg="mod">
          <ac:chgData name="Sai Karuna Paramaiahgari" userId="d12cca50-93ba-4a6b-add6-3d4de103d5ed" providerId="ADAL" clId="{ECBA3461-2ECF-42F5-9612-525FF6175C65}" dt="2026-10-06T05:47:14.427" v="61" actId="255"/>
          <ac:spMkLst>
            <pc:docMk/>
            <pc:sldMk cId="2926458250" sldId="257"/>
            <ac:spMk id="35" creationId="{D9A81992-3E76-3C6B-D079-EB4721DDB37C}"/>
          </ac:spMkLst>
        </pc:spChg>
        <pc:spChg chg="mod">
          <ac:chgData name="Sai Karuna Paramaiahgari" userId="d12cca50-93ba-4a6b-add6-3d4de103d5ed" providerId="ADAL" clId="{ECBA3461-2ECF-42F5-9612-525FF6175C65}" dt="2026-10-06T05:49:34.555" v="79" actId="688"/>
          <ac:spMkLst>
            <pc:docMk/>
            <pc:sldMk cId="2926458250" sldId="257"/>
            <ac:spMk id="37" creationId="{E9EF57BD-1D2F-16AC-6D1B-AD4CB85F40E2}"/>
          </ac:spMkLst>
        </pc:spChg>
        <pc:spChg chg="mod">
          <ac:chgData name="Sai Karuna Paramaiahgari" userId="d12cca50-93ba-4a6b-add6-3d4de103d5ed" providerId="ADAL" clId="{ECBA3461-2ECF-42F5-9612-525FF6175C65}" dt="2026-10-06T05:52:16.567" v="81" actId="14100"/>
          <ac:spMkLst>
            <pc:docMk/>
            <pc:sldMk cId="2926458250" sldId="257"/>
            <ac:spMk id="43" creationId="{63D0C35B-2367-8B64-51E3-2531EA3A4D95}"/>
          </ac:spMkLst>
        </pc:spChg>
        <pc:picChg chg="add">
          <ac:chgData name="Sai Karuna Paramaiahgari" userId="d12cca50-93ba-4a6b-add6-3d4de103d5ed" providerId="ADAL" clId="{ECBA3461-2ECF-42F5-9612-525FF6175C65}" dt="2026-10-06T05:43:58.500" v="34" actId="22"/>
          <ac:picMkLst>
            <pc:docMk/>
            <pc:sldMk cId="2926458250" sldId="257"/>
            <ac:picMk id="3" creationId="{6BD66D8A-791C-D033-BDDA-5C835BE10516}"/>
          </ac:picMkLst>
        </pc:picChg>
      </pc:sldChg>
    </pc:docChg>
  </pc:docChgLst>
  <pc:docChgLst>
    <pc:chgData name="Mayank Sahu" userId="S::mayank.sahu@valuemomentum.com::4f079f6a-66ba-4837-9cf6-2f74864da905" providerId="AD" clId="Web-{00000000-0000-0000-0000-000000000000}"/>
    <pc:docChg chg="addSld delSld modSld">
      <pc:chgData name="Mayank Sahu" userId="S::mayank.sahu@valuemomentum.com::4f079f6a-66ba-4837-9cf6-2f74864da905" providerId="AD" clId="Web-{00000000-0000-0000-0000-000000000000}" dt="2026-10-06T09:26:55.471" v="17"/>
      <pc:docMkLst>
        <pc:docMk/>
      </pc:docMkLst>
      <pc:sldChg chg="modSp add del">
        <pc:chgData name="Mayank Sahu" userId="S::mayank.sahu@valuemomentum.com::4f079f6a-66ba-4837-9cf6-2f74864da905" providerId="AD" clId="Web-{00000000-0000-0000-0000-000000000000}" dt="2026-10-06T09:26:55.471" v="17"/>
        <pc:sldMkLst>
          <pc:docMk/>
          <pc:sldMk cId="1715928320" sldId="265"/>
        </pc:sldMkLst>
        <pc:spChg chg="mod">
          <ac:chgData name="Mayank Sahu" userId="S::mayank.sahu@valuemomentum.com::4f079f6a-66ba-4837-9cf6-2f74864da905" providerId="AD" clId="Web-{00000000-0000-0000-0000-000000000000}" dt="2026-10-06T07:42:07.249" v="15" actId="20577"/>
          <ac:spMkLst>
            <pc:docMk/>
            <pc:sldMk cId="1715928320" sldId="265"/>
            <ac:spMk id="37" creationId="{072A2916-C4C8-DA04-F88D-EC02EF005AE9}"/>
          </ac:spMkLst>
        </pc:spChg>
      </pc:sldChg>
    </pc:docChg>
  </pc:docChgLst>
  <pc:docChgLst>
    <pc:chgData name="Mayank Sahu" userId="S::mayank.sahu@valuemomentum.com::4f079f6a-66ba-4837-9cf6-2f74864da905" providerId="AD" clId="Web-{4533E77C-A354-DCD2-0C78-1CDD5ECC7D4F}"/>
    <pc:docChg chg="modSld">
      <pc:chgData name="Mayank Sahu" userId="S::mayank.sahu@valuemomentum.com::4f079f6a-66ba-4837-9cf6-2f74864da905" providerId="AD" clId="Web-{4533E77C-A354-DCD2-0C78-1CDD5ECC7D4F}" dt="2026-10-06T06:24:34.040" v="1" actId="1076"/>
      <pc:docMkLst>
        <pc:docMk/>
      </pc:docMkLst>
      <pc:sldChg chg="modSp">
        <pc:chgData name="Mayank Sahu" userId="S::mayank.sahu@valuemomentum.com::4f079f6a-66ba-4837-9cf6-2f74864da905" providerId="AD" clId="Web-{4533E77C-A354-DCD2-0C78-1CDD5ECC7D4F}" dt="2026-10-06T06:24:34.040" v="1" actId="1076"/>
        <pc:sldMkLst>
          <pc:docMk/>
          <pc:sldMk cId="633328284" sldId="259"/>
        </pc:sldMkLst>
        <pc:picChg chg="mod">
          <ac:chgData name="Mayank Sahu" userId="S::mayank.sahu@valuemomentum.com::4f079f6a-66ba-4837-9cf6-2f74864da905" providerId="AD" clId="Web-{4533E77C-A354-DCD2-0C78-1CDD5ECC7D4F}" dt="2026-10-06T06:24:34.040" v="1" actId="1076"/>
          <ac:picMkLst>
            <pc:docMk/>
            <pc:sldMk cId="633328284" sldId="259"/>
            <ac:picMk id="2" creationId="{9D416644-9FBE-A220-11FE-F3FFA19132B2}"/>
          </ac:picMkLst>
        </pc:picChg>
      </pc:sldChg>
    </pc:docChg>
  </pc:docChgLst>
  <pc:docChgLst>
    <pc:chgData name="Dinesh Kommu" userId="S::dinesh.kommu@valuemomentum.com::eb104ae6-e394-43ae-8a0c-cad9bf3da7a8" providerId="AD" clId="Web-{2024E43D-27A8-E47B-78CF-5116B546CC24}"/>
    <pc:docChg chg="addSld delSld modSld">
      <pc:chgData name="Dinesh Kommu" userId="S::dinesh.kommu@valuemomentum.com::eb104ae6-e394-43ae-8a0c-cad9bf3da7a8" providerId="AD" clId="Web-{2024E43D-27A8-E47B-78CF-5116B546CC24}" dt="2026-10-06T09:08:15.451" v="158" actId="20577"/>
      <pc:docMkLst>
        <pc:docMk/>
      </pc:docMkLst>
      <pc:sldChg chg="addSp delSp modSp add replId">
        <pc:chgData name="Dinesh Kommu" userId="S::dinesh.kommu@valuemomentum.com::eb104ae6-e394-43ae-8a0c-cad9bf3da7a8" providerId="AD" clId="Web-{2024E43D-27A8-E47B-78CF-5116B546CC24}" dt="2026-10-06T09:08:15.451" v="158" actId="20577"/>
        <pc:sldMkLst>
          <pc:docMk/>
          <pc:sldMk cId="715326006" sldId="272"/>
        </pc:sldMkLst>
        <pc:spChg chg="mod">
          <ac:chgData name="Dinesh Kommu" userId="S::dinesh.kommu@valuemomentum.com::eb104ae6-e394-43ae-8a0c-cad9bf3da7a8" providerId="AD" clId="Web-{2024E43D-27A8-E47B-78CF-5116B546CC24}" dt="2026-10-06T08:52:45.464" v="17" actId="20577"/>
          <ac:spMkLst>
            <pc:docMk/>
            <pc:sldMk cId="715326006" sldId="272"/>
            <ac:spMk id="13" creationId="{BF975248-54E1-15D6-2071-1509D6244892}"/>
          </ac:spMkLst>
        </pc:spChg>
        <pc:spChg chg="mod">
          <ac:chgData name="Dinesh Kommu" userId="S::dinesh.kommu@valuemomentum.com::eb104ae6-e394-43ae-8a0c-cad9bf3da7a8" providerId="AD" clId="Web-{2024E43D-27A8-E47B-78CF-5116B546CC24}" dt="2026-10-06T09:08:15.451" v="158" actId="20577"/>
          <ac:spMkLst>
            <pc:docMk/>
            <pc:sldMk cId="715326006" sldId="272"/>
            <ac:spMk id="23" creationId="{08379E52-F06C-B068-C97F-C047E77432D8}"/>
          </ac:spMkLst>
        </pc:spChg>
        <pc:spChg chg="mod">
          <ac:chgData name="Dinesh Kommu" userId="S::dinesh.kommu@valuemomentum.com::eb104ae6-e394-43ae-8a0c-cad9bf3da7a8" providerId="AD" clId="Web-{2024E43D-27A8-E47B-78CF-5116B546CC24}" dt="2026-10-06T09:04:49.316" v="106" actId="20577"/>
          <ac:spMkLst>
            <pc:docMk/>
            <pc:sldMk cId="715326006" sldId="272"/>
            <ac:spMk id="37" creationId="{942623C6-2CC4-C2E2-F7B6-755F885F7AC2}"/>
          </ac:spMkLst>
        </pc:spChg>
        <pc:spChg chg="mod">
          <ac:chgData name="Dinesh Kommu" userId="S::dinesh.kommu@valuemomentum.com::eb104ae6-e394-43ae-8a0c-cad9bf3da7a8" providerId="AD" clId="Web-{2024E43D-27A8-E47B-78CF-5116B546CC24}" dt="2026-10-06T09:05:31.819" v="130" actId="20577"/>
          <ac:spMkLst>
            <pc:docMk/>
            <pc:sldMk cId="715326006" sldId="272"/>
            <ac:spMk id="43" creationId="{E318346E-FFFC-A303-A341-8755081E6D02}"/>
          </ac:spMkLst>
        </pc:spChg>
        <pc:picChg chg="add mod">
          <ac:chgData name="Dinesh Kommu" userId="S::dinesh.kommu@valuemomentum.com::eb104ae6-e394-43ae-8a0c-cad9bf3da7a8" providerId="AD" clId="Web-{2024E43D-27A8-E47B-78CF-5116B546CC24}" dt="2026-10-06T08:54:04.263" v="27" actId="1076"/>
          <ac:picMkLst>
            <pc:docMk/>
            <pc:sldMk cId="715326006" sldId="272"/>
            <ac:picMk id="2" creationId="{F8013DF2-6536-A4C4-F1A2-6656255AC6BF}"/>
          </ac:picMkLst>
        </pc:picChg>
        <pc:picChg chg="del">
          <ac:chgData name="Dinesh Kommu" userId="S::dinesh.kommu@valuemomentum.com::eb104ae6-e394-43ae-8a0c-cad9bf3da7a8" providerId="AD" clId="Web-{2024E43D-27A8-E47B-78CF-5116B546CC24}" dt="2026-10-06T08:52:33.541" v="3"/>
          <ac:picMkLst>
            <pc:docMk/>
            <pc:sldMk cId="715326006" sldId="272"/>
            <ac:picMk id="4" creationId="{B01C325B-8F18-3551-D73B-25A164E25D84}"/>
          </ac:picMkLst>
        </pc:picChg>
      </pc:sldChg>
      <pc:sldChg chg="new del">
        <pc:chgData name="Dinesh Kommu" userId="S::dinesh.kommu@valuemomentum.com::eb104ae6-e394-43ae-8a0c-cad9bf3da7a8" providerId="AD" clId="Web-{2024E43D-27A8-E47B-78CF-5116B546CC24}" dt="2026-10-06T08:52:26.947" v="1"/>
        <pc:sldMkLst>
          <pc:docMk/>
          <pc:sldMk cId="1090398169" sldId="272"/>
        </pc:sldMkLst>
      </pc:sldChg>
    </pc:docChg>
  </pc:docChgLst>
  <pc:docChgLst>
    <pc:chgData name="Divya Namburi" userId="S::divya.namburi@valuemomentum.com::1f06238b-86c8-4304-95bf-a61aca13f9e4" providerId="AD" clId="Web-{00000000-0000-0000-0000-000000000000}"/>
    <pc:docChg chg="addSld delSld modSld">
      <pc:chgData name="Divya Namburi" userId="S::divya.namburi@valuemomentum.com::1f06238b-86c8-4304-95bf-a61aca13f9e4" providerId="AD" clId="Web-{00000000-0000-0000-0000-000000000000}" dt="2026-10-06T07:52:28.650" v="137" actId="20577"/>
      <pc:docMkLst>
        <pc:docMk/>
      </pc:docMkLst>
      <pc:sldChg chg="new del">
        <pc:chgData name="Divya Namburi" userId="S::divya.namburi@valuemomentum.com::1f06238b-86c8-4304-95bf-a61aca13f9e4" providerId="AD" clId="Web-{00000000-0000-0000-0000-000000000000}" dt="2026-10-06T07:39:25.595" v="1"/>
        <pc:sldMkLst>
          <pc:docMk/>
          <pc:sldMk cId="332968036" sldId="268"/>
        </pc:sldMkLst>
      </pc:sldChg>
      <pc:sldChg chg="addSp delSp modSp add replId">
        <pc:chgData name="Divya Namburi" userId="S::divya.namburi@valuemomentum.com::1f06238b-86c8-4304-95bf-a61aca13f9e4" providerId="AD" clId="Web-{00000000-0000-0000-0000-000000000000}" dt="2026-10-06T07:52:28.650" v="137" actId="20577"/>
        <pc:sldMkLst>
          <pc:docMk/>
          <pc:sldMk cId="754271829" sldId="268"/>
        </pc:sldMkLst>
        <pc:spChg chg="mod">
          <ac:chgData name="Divya Namburi" userId="S::divya.namburi@valuemomentum.com::1f06238b-86c8-4304-95bf-a61aca13f9e4" providerId="AD" clId="Web-{00000000-0000-0000-0000-000000000000}" dt="2026-10-06T07:41:19.535" v="38" actId="20577"/>
          <ac:spMkLst>
            <pc:docMk/>
            <pc:sldMk cId="754271829" sldId="268"/>
            <ac:spMk id="13" creationId="{A7851DF6-C283-47B3-CB4D-895FF7BBCBC2}"/>
          </ac:spMkLst>
        </pc:spChg>
        <pc:spChg chg="mod">
          <ac:chgData name="Divya Namburi" userId="S::divya.namburi@valuemomentum.com::1f06238b-86c8-4304-95bf-a61aca13f9e4" providerId="AD" clId="Web-{00000000-0000-0000-0000-000000000000}" dt="2026-10-06T07:41:29.286" v="45" actId="20577"/>
          <ac:spMkLst>
            <pc:docMk/>
            <pc:sldMk cId="754271829" sldId="268"/>
            <ac:spMk id="15" creationId="{3476C5E2-D91D-B3AC-7B72-B999ADE538BD}"/>
          </ac:spMkLst>
        </pc:spChg>
        <pc:spChg chg="mod">
          <ac:chgData name="Divya Namburi" userId="S::divya.namburi@valuemomentum.com::1f06238b-86c8-4304-95bf-a61aca13f9e4" providerId="AD" clId="Web-{00000000-0000-0000-0000-000000000000}" dt="2026-10-06T07:43:43.101" v="78" actId="20577"/>
          <ac:spMkLst>
            <pc:docMk/>
            <pc:sldMk cId="754271829" sldId="268"/>
            <ac:spMk id="23" creationId="{B97194EA-8A4C-9CC0-6B10-E73A1EE49A78}"/>
          </ac:spMkLst>
        </pc:spChg>
        <pc:spChg chg="mod">
          <ac:chgData name="Divya Namburi" userId="S::divya.namburi@valuemomentum.com::1f06238b-86c8-4304-95bf-a61aca13f9e4" providerId="AD" clId="Web-{00000000-0000-0000-0000-000000000000}" dt="2026-10-06T07:46:05.089" v="97" actId="14100"/>
          <ac:spMkLst>
            <pc:docMk/>
            <pc:sldMk cId="754271829" sldId="268"/>
            <ac:spMk id="25" creationId="{DC41A463-8A0D-97EE-4442-AFA6D953948C}"/>
          </ac:spMkLst>
        </pc:spChg>
        <pc:spChg chg="mod">
          <ac:chgData name="Divya Namburi" userId="S::divya.namburi@valuemomentum.com::1f06238b-86c8-4304-95bf-a61aca13f9e4" providerId="AD" clId="Web-{00000000-0000-0000-0000-000000000000}" dt="2026-10-06T07:46:10.105" v="98" actId="14100"/>
          <ac:spMkLst>
            <pc:docMk/>
            <pc:sldMk cId="754271829" sldId="268"/>
            <ac:spMk id="33" creationId="{6963C1F8-9E2F-CCBB-6852-3D3794E24CBC}"/>
          </ac:spMkLst>
        </pc:spChg>
        <pc:spChg chg="mod">
          <ac:chgData name="Divya Namburi" userId="S::divya.namburi@valuemomentum.com::1f06238b-86c8-4304-95bf-a61aca13f9e4" providerId="AD" clId="Web-{00000000-0000-0000-0000-000000000000}" dt="2026-10-06T07:46:21.121" v="99" actId="1076"/>
          <ac:spMkLst>
            <pc:docMk/>
            <pc:sldMk cId="754271829" sldId="268"/>
            <ac:spMk id="35" creationId="{004538BC-1D29-7B21-251F-9C592918F2BA}"/>
          </ac:spMkLst>
        </pc:spChg>
        <pc:spChg chg="mod">
          <ac:chgData name="Divya Namburi" userId="S::divya.namburi@valuemomentum.com::1f06238b-86c8-4304-95bf-a61aca13f9e4" providerId="AD" clId="Web-{00000000-0000-0000-0000-000000000000}" dt="2026-10-06T07:52:28.650" v="137" actId="20577"/>
          <ac:spMkLst>
            <pc:docMk/>
            <pc:sldMk cId="754271829" sldId="268"/>
            <ac:spMk id="37" creationId="{8D3EC34C-FC17-7E97-6B0E-78D1E24B4F92}"/>
          </ac:spMkLst>
        </pc:spChg>
        <pc:spChg chg="mod">
          <ac:chgData name="Divya Namburi" userId="S::divya.namburi@valuemomentum.com::1f06238b-86c8-4304-95bf-a61aca13f9e4" providerId="AD" clId="Web-{00000000-0000-0000-0000-000000000000}" dt="2026-10-06T07:47:59.530" v="134" actId="20577"/>
          <ac:spMkLst>
            <pc:docMk/>
            <pc:sldMk cId="754271829" sldId="268"/>
            <ac:spMk id="43" creationId="{7F257FFA-4058-EA6B-F4E2-FD2E921B5653}"/>
          </ac:spMkLst>
        </pc:spChg>
        <pc:picChg chg="add mod">
          <ac:chgData name="Divya Namburi" userId="S::divya.namburi@valuemomentum.com::1f06238b-86c8-4304-95bf-a61aca13f9e4" providerId="AD" clId="Web-{00000000-0000-0000-0000-000000000000}" dt="2026-10-06T07:42:09.630" v="51" actId="1076"/>
          <ac:picMkLst>
            <pc:docMk/>
            <pc:sldMk cId="754271829" sldId="268"/>
            <ac:picMk id="2" creationId="{7E408C4C-6B25-3EA2-ED6A-2A784C4A2AD4}"/>
          </ac:picMkLst>
        </pc:picChg>
        <pc:picChg chg="del">
          <ac:chgData name="Divya Namburi" userId="S::divya.namburi@valuemomentum.com::1f06238b-86c8-4304-95bf-a61aca13f9e4" providerId="AD" clId="Web-{00000000-0000-0000-0000-000000000000}" dt="2026-10-06T07:41:11.316" v="28"/>
          <ac:picMkLst>
            <pc:docMk/>
            <pc:sldMk cId="754271829" sldId="268"/>
            <ac:picMk id="3" creationId="{150C3919-7505-3C6B-47A9-0A9C61B3AA74}"/>
          </ac:picMkLst>
        </pc:picChg>
      </pc:sldChg>
      <pc:sldChg chg="addSp delSp modSp new del">
        <pc:chgData name="Divya Namburi" userId="S::divya.namburi@valuemomentum.com::1f06238b-86c8-4304-95bf-a61aca13f9e4" providerId="AD" clId="Web-{00000000-0000-0000-0000-000000000000}" dt="2026-10-06T07:41:02.707" v="26"/>
        <pc:sldMkLst>
          <pc:docMk/>
          <pc:sldMk cId="4237102814" sldId="268"/>
        </pc:sldMkLst>
        <pc:spChg chg="del">
          <ac:chgData name="Divya Namburi" userId="S::divya.namburi@valuemomentum.com::1f06238b-86c8-4304-95bf-a61aca13f9e4" providerId="AD" clId="Web-{00000000-0000-0000-0000-000000000000}" dt="2026-10-06T07:39:43.595" v="3"/>
          <ac:spMkLst>
            <pc:docMk/>
            <pc:sldMk cId="4237102814" sldId="268"/>
            <ac:spMk id="2" creationId="{2346D750-F7C1-6380-E353-1845A750E49E}"/>
          </ac:spMkLst>
        </pc:spChg>
        <pc:spChg chg="del">
          <ac:chgData name="Divya Namburi" userId="S::divya.namburi@valuemomentum.com::1f06238b-86c8-4304-95bf-a61aca13f9e4" providerId="AD" clId="Web-{00000000-0000-0000-0000-000000000000}" dt="2026-10-06T07:40:01.299" v="4"/>
          <ac:spMkLst>
            <pc:docMk/>
            <pc:sldMk cId="4237102814" sldId="268"/>
            <ac:spMk id="3" creationId="{37D921D8-BE98-BE69-7788-F4BC75B0F0BA}"/>
          </ac:spMkLst>
        </pc:spChg>
        <pc:spChg chg="add mod">
          <ac:chgData name="Divya Namburi" userId="S::divya.namburi@valuemomentum.com::1f06238b-86c8-4304-95bf-a61aca13f9e4" providerId="AD" clId="Web-{00000000-0000-0000-0000-000000000000}" dt="2026-10-06T07:40:10.315" v="5"/>
          <ac:spMkLst>
            <pc:docMk/>
            <pc:sldMk cId="4237102814" sldId="268"/>
            <ac:spMk id="6" creationId="{B56EBB84-A232-A135-18F6-383A9AA202CE}"/>
          </ac:spMkLst>
        </pc:spChg>
        <pc:picChg chg="add del mod ord">
          <ac:chgData name="Divya Namburi" userId="S::divya.namburi@valuemomentum.com::1f06238b-86c8-4304-95bf-a61aca13f9e4" providerId="AD" clId="Web-{00000000-0000-0000-0000-000000000000}" dt="2026-10-06T07:40:10.315" v="5"/>
          <ac:picMkLst>
            <pc:docMk/>
            <pc:sldMk cId="4237102814" sldId="268"/>
            <ac:picMk id="4" creationId="{91EA1D8D-3670-E589-E0FD-21CD04B81764}"/>
          </ac:picMkLst>
        </pc:picChg>
      </pc:sldChg>
      <pc:sldChg chg="addSp delSp modSp add del replId">
        <pc:chgData name="Divya Namburi" userId="S::divya.namburi@valuemomentum.com::1f06238b-86c8-4304-95bf-a61aca13f9e4" providerId="AD" clId="Web-{00000000-0000-0000-0000-000000000000}" dt="2026-10-06T07:40:56.113" v="25"/>
        <pc:sldMkLst>
          <pc:docMk/>
          <pc:sldMk cId="3903274901" sldId="269"/>
        </pc:sldMkLst>
        <pc:spChg chg="add del mod">
          <ac:chgData name="Divya Namburi" userId="S::divya.namburi@valuemomentum.com::1f06238b-86c8-4304-95bf-a61aca13f9e4" providerId="AD" clId="Web-{00000000-0000-0000-0000-000000000000}" dt="2026-10-06T07:40:53.894" v="22" actId="20577"/>
          <ac:spMkLst>
            <pc:docMk/>
            <pc:sldMk cId="3903274901" sldId="269"/>
            <ac:spMk id="13" creationId="{20EBA8DF-97E9-81CB-F8B5-30E710BD930E}"/>
          </ac:spMkLst>
        </pc:spChg>
        <pc:spChg chg="add del">
          <ac:chgData name="Divya Namburi" userId="S::divya.namburi@valuemomentum.com::1f06238b-86c8-4304-95bf-a61aca13f9e4" providerId="AD" clId="Web-{00000000-0000-0000-0000-000000000000}" dt="2026-10-06T07:40:54.582" v="23"/>
          <ac:spMkLst>
            <pc:docMk/>
            <pc:sldMk cId="3903274901" sldId="269"/>
            <ac:spMk id="15" creationId="{B4379D3B-9AE7-3A65-F4B3-21412EB8D7BA}"/>
          </ac:spMkLst>
        </pc:spChg>
        <pc:picChg chg="add del mod">
          <ac:chgData name="Divya Namburi" userId="S::divya.namburi@valuemomentum.com::1f06238b-86c8-4304-95bf-a61aca13f9e4" providerId="AD" clId="Web-{00000000-0000-0000-0000-000000000000}" dt="2026-10-06T07:40:46.331" v="12"/>
          <ac:picMkLst>
            <pc:docMk/>
            <pc:sldMk cId="3903274901" sldId="269"/>
            <ac:picMk id="2" creationId="{3D47A52F-D816-24BE-7E9A-4F3D151A7682}"/>
          </ac:picMkLst>
        </pc:picChg>
        <pc:picChg chg="add del">
          <ac:chgData name="Divya Namburi" userId="S::divya.namburi@valuemomentum.com::1f06238b-86c8-4304-95bf-a61aca13f9e4" providerId="AD" clId="Web-{00000000-0000-0000-0000-000000000000}" dt="2026-10-06T07:40:55.253" v="24"/>
          <ac:picMkLst>
            <pc:docMk/>
            <pc:sldMk cId="3903274901" sldId="269"/>
            <ac:picMk id="3" creationId="{DAF2DF24-B391-5407-4240-6ABB80E441F0}"/>
          </ac:picMkLst>
        </pc:picChg>
      </pc:sldChg>
    </pc:docChg>
  </pc:docChgLst>
  <pc:docChgLst>
    <pc:chgData name="Praveen Kumar Jonnalagadda" userId="S::praveen.jonnalagadda@valuemomentum.com::91e42f55-e15c-4925-adb8-350891071d4b" providerId="AD" clId="Web-{5CF51A51-8722-5C53-DD85-F0BD953631A1}"/>
    <pc:docChg chg="addSld delSld modSld">
      <pc:chgData name="Praveen Kumar Jonnalagadda" userId="S::praveen.jonnalagadda@valuemomentum.com::91e42f55-e15c-4925-adb8-350891071d4b" providerId="AD" clId="Web-{5CF51A51-8722-5C53-DD85-F0BD953631A1}" dt="2026-10-06T13:01:45.296" v="107" actId="20577"/>
      <pc:docMkLst>
        <pc:docMk/>
      </pc:docMkLst>
      <pc:sldChg chg="add del replId">
        <pc:chgData name="Praveen Kumar Jonnalagadda" userId="S::praveen.jonnalagadda@valuemomentum.com::91e42f55-e15c-4925-adb8-350891071d4b" providerId="AD" clId="Web-{5CF51A51-8722-5C53-DD85-F0BD953631A1}" dt="2026-10-06T08:47:21.503" v="1"/>
        <pc:sldMkLst>
          <pc:docMk/>
          <pc:sldMk cId="1214164991" sldId="270"/>
        </pc:sldMkLst>
      </pc:sldChg>
      <pc:sldChg chg="modSp add replId">
        <pc:chgData name="Praveen Kumar Jonnalagadda" userId="S::praveen.jonnalagadda@valuemomentum.com::91e42f55-e15c-4925-adb8-350891071d4b" providerId="AD" clId="Web-{5CF51A51-8722-5C53-DD85-F0BD953631A1}" dt="2026-10-06T13:01:45.296" v="107" actId="20577"/>
        <pc:sldMkLst>
          <pc:docMk/>
          <pc:sldMk cId="3933728620" sldId="270"/>
        </pc:sldMkLst>
        <pc:spChg chg="mod">
          <ac:chgData name="Praveen Kumar Jonnalagadda" userId="S::praveen.jonnalagadda@valuemomentum.com::91e42f55-e15c-4925-adb8-350891071d4b" providerId="AD" clId="Web-{5CF51A51-8722-5C53-DD85-F0BD953631A1}" dt="2026-10-06T08:50:20.712" v="27" actId="20577"/>
          <ac:spMkLst>
            <pc:docMk/>
            <pc:sldMk cId="3933728620" sldId="270"/>
            <ac:spMk id="13" creationId="{497D9C93-0F3C-25D0-4EEB-CE7AE43957BF}"/>
          </ac:spMkLst>
        </pc:spChg>
        <pc:spChg chg="mod">
          <ac:chgData name="Praveen Kumar Jonnalagadda" userId="S::praveen.jonnalagadda@valuemomentum.com::91e42f55-e15c-4925-adb8-350891071d4b" providerId="AD" clId="Web-{5CF51A51-8722-5C53-DD85-F0BD953631A1}" dt="2026-10-06T08:51:28.917" v="34" actId="20577"/>
          <ac:spMkLst>
            <pc:docMk/>
            <pc:sldMk cId="3933728620" sldId="270"/>
            <ac:spMk id="23" creationId="{CC7FDCDB-27A2-BFA8-A8BD-5FEFC6B253E9}"/>
          </ac:spMkLst>
        </pc:spChg>
        <pc:spChg chg="mod">
          <ac:chgData name="Praveen Kumar Jonnalagadda" userId="S::praveen.jonnalagadda@valuemomentum.com::91e42f55-e15c-4925-adb8-350891071d4b" providerId="AD" clId="Web-{5CF51A51-8722-5C53-DD85-F0BD953631A1}" dt="2026-10-06T08:53:48.124" v="96" actId="20577"/>
          <ac:spMkLst>
            <pc:docMk/>
            <pc:sldMk cId="3933728620" sldId="270"/>
            <ac:spMk id="37" creationId="{09F3CDAA-B60E-03AD-67E6-F321D6468EAB}"/>
          </ac:spMkLst>
        </pc:spChg>
        <pc:spChg chg="mod">
          <ac:chgData name="Praveen Kumar Jonnalagadda" userId="S::praveen.jonnalagadda@valuemomentum.com::91e42f55-e15c-4925-adb8-350891071d4b" providerId="AD" clId="Web-{5CF51A51-8722-5C53-DD85-F0BD953631A1}" dt="2026-10-06T13:01:45.296" v="107" actId="20577"/>
          <ac:spMkLst>
            <pc:docMk/>
            <pc:sldMk cId="3933728620" sldId="270"/>
            <ac:spMk id="43" creationId="{A7B22E18-2F11-FE0A-AA32-AC63DCB533A4}"/>
          </ac:spMkLst>
        </pc:spChg>
        <pc:picChg chg="mod">
          <ac:chgData name="Praveen Kumar Jonnalagadda" userId="S::praveen.jonnalagadda@valuemomentum.com::91e42f55-e15c-4925-adb8-350891071d4b" providerId="AD" clId="Web-{5CF51A51-8722-5C53-DD85-F0BD953631A1}" dt="2026-10-06T08:47:43.582" v="3"/>
          <ac:picMkLst>
            <pc:docMk/>
            <pc:sldMk cId="3933728620" sldId="270"/>
            <ac:picMk id="3" creationId="{E78AA642-8D02-B552-08E2-8FF966F65A1B}"/>
          </ac:picMkLst>
        </pc:picChg>
      </pc:sldChg>
    </pc:docChg>
  </pc:docChgLst>
  <pc:docChgLst>
    <pc:chgData name="Sai Kalyani Peram" userId="S::kalyani.peram@valuemomentum.com::6131e6d2-8f1b-48ab-8e27-b888c19956ea" providerId="AD" clId="Web-{44911101-5634-A962-4564-0C1886FD9FD8}"/>
    <pc:docChg chg="addSld modSld">
      <pc:chgData name="Sai Kalyani Peram" userId="S::kalyani.peram@valuemomentum.com::6131e6d2-8f1b-48ab-8e27-b888c19956ea" providerId="AD" clId="Web-{44911101-5634-A962-4564-0C1886FD9FD8}" dt="2026-10-06T09:46:46.656" v="272" actId="20577"/>
      <pc:docMkLst>
        <pc:docMk/>
      </pc:docMkLst>
      <pc:sldChg chg="addSp delSp modSp add replId">
        <pc:chgData name="Sai Kalyani Peram" userId="S::kalyani.peram@valuemomentum.com::6131e6d2-8f1b-48ab-8e27-b888c19956ea" providerId="AD" clId="Web-{44911101-5634-A962-4564-0C1886FD9FD8}" dt="2026-10-06T09:46:46.656" v="272" actId="20577"/>
        <pc:sldMkLst>
          <pc:docMk/>
          <pc:sldMk cId="288130878" sldId="279"/>
        </pc:sldMkLst>
        <pc:spChg chg="mod">
          <ac:chgData name="Sai Kalyani Peram" userId="S::kalyani.peram@valuemomentum.com::6131e6d2-8f1b-48ab-8e27-b888c19956ea" providerId="AD" clId="Web-{44911101-5634-A962-4564-0C1886FD9FD8}" dt="2026-10-06T09:23:19.994" v="23" actId="20577"/>
          <ac:spMkLst>
            <pc:docMk/>
            <pc:sldMk cId="288130878" sldId="279"/>
            <ac:spMk id="13" creationId="{01CCF067-8238-D485-143E-F71E88F9E3BD}"/>
          </ac:spMkLst>
        </pc:spChg>
        <pc:spChg chg="mod">
          <ac:chgData name="Sai Kalyani Peram" userId="S::kalyani.peram@valuemomentum.com::6131e6d2-8f1b-48ab-8e27-b888c19956ea" providerId="AD" clId="Web-{44911101-5634-A962-4564-0C1886FD9FD8}" dt="2026-10-06T09:32:24.389" v="78" actId="20577"/>
          <ac:spMkLst>
            <pc:docMk/>
            <pc:sldMk cId="288130878" sldId="279"/>
            <ac:spMk id="23" creationId="{5C7596BA-1C62-15FD-0BFA-91230043F2B2}"/>
          </ac:spMkLst>
        </pc:spChg>
        <pc:spChg chg="mod">
          <ac:chgData name="Sai Kalyani Peram" userId="S::kalyani.peram@valuemomentum.com::6131e6d2-8f1b-48ab-8e27-b888c19956ea" providerId="AD" clId="Web-{44911101-5634-A962-4564-0C1886FD9FD8}" dt="2026-10-06T09:42:35.491" v="252" actId="14100"/>
          <ac:spMkLst>
            <pc:docMk/>
            <pc:sldMk cId="288130878" sldId="279"/>
            <ac:spMk id="31" creationId="{4D1C83A7-0906-117D-AE34-9A5225698ECB}"/>
          </ac:spMkLst>
        </pc:spChg>
        <pc:spChg chg="mod">
          <ac:chgData name="Sai Kalyani Peram" userId="S::kalyani.peram@valuemomentum.com::6131e6d2-8f1b-48ab-8e27-b888c19956ea" providerId="AD" clId="Web-{44911101-5634-A962-4564-0C1886FD9FD8}" dt="2026-10-06T09:46:46.656" v="272" actId="20577"/>
          <ac:spMkLst>
            <pc:docMk/>
            <pc:sldMk cId="288130878" sldId="279"/>
            <ac:spMk id="37" creationId="{50949CFA-4F2F-24F9-69D4-47CF0248DB59}"/>
          </ac:spMkLst>
        </pc:spChg>
        <pc:spChg chg="del mod">
          <ac:chgData name="Sai Kalyani Peram" userId="S::kalyani.peram@valuemomentum.com::6131e6d2-8f1b-48ab-8e27-b888c19956ea" providerId="AD" clId="Web-{44911101-5634-A962-4564-0C1886FD9FD8}" dt="2026-10-06T09:38:13.059" v="210"/>
          <ac:spMkLst>
            <pc:docMk/>
            <pc:sldMk cId="288130878" sldId="279"/>
            <ac:spMk id="43" creationId="{FE2821D8-A8E7-114E-0D57-C92A925E7757}"/>
          </ac:spMkLst>
        </pc:spChg>
        <pc:graphicFrameChg chg="add del mod">
          <ac:chgData name="Sai Kalyani Peram" userId="S::kalyani.peram@valuemomentum.com::6131e6d2-8f1b-48ab-8e27-b888c19956ea" providerId="AD" clId="Web-{44911101-5634-A962-4564-0C1886FD9FD8}" dt="2026-10-06T09:33:02.047" v="82"/>
          <ac:graphicFrameMkLst>
            <pc:docMk/>
            <pc:sldMk cId="288130878" sldId="279"/>
            <ac:graphicFrameMk id="4" creationId="{17DB0E75-AA1F-9FE4-8B7C-1D00EE3F2081}"/>
          </ac:graphicFrameMkLst>
        </pc:graphicFrameChg>
        <pc:picChg chg="del">
          <ac:chgData name="Sai Kalyani Peram" userId="S::kalyani.peram@valuemomentum.com::6131e6d2-8f1b-48ab-8e27-b888c19956ea" providerId="AD" clId="Web-{44911101-5634-A962-4564-0C1886FD9FD8}" dt="2026-10-06T09:22:53.008" v="1"/>
          <ac:picMkLst>
            <pc:docMk/>
            <pc:sldMk cId="288130878" sldId="279"/>
            <ac:picMk id="3" creationId="{792CDEF1-90D2-4F66-A605-52F729CA60D4}"/>
          </ac:picMkLst>
        </pc:picChg>
      </pc:sldChg>
    </pc:docChg>
  </pc:docChgLst>
  <pc:docChgLst>
    <pc:chgData name="Mayank Sahu" userId="S::mayank.sahu@valuemomentum.com::4f079f6a-66ba-4837-9cf6-2f74864da905" providerId="AD" clId="Web-{F1388A74-13A9-DFE4-20BD-9D588201A6FA}"/>
    <pc:docChg chg="addSld">
      <pc:chgData name="Mayank Sahu" userId="S::mayank.sahu@valuemomentum.com::4f079f6a-66ba-4837-9cf6-2f74864da905" providerId="AD" clId="Web-{F1388A74-13A9-DFE4-20BD-9D588201A6FA}" dt="2026-10-06T07:36:00.232" v="0"/>
      <pc:docMkLst>
        <pc:docMk/>
      </pc:docMkLst>
      <pc:sldChg chg="add">
        <pc:chgData name="Mayank Sahu" userId="S::mayank.sahu@valuemomentum.com::4f079f6a-66ba-4837-9cf6-2f74864da905" providerId="AD" clId="Web-{F1388A74-13A9-DFE4-20BD-9D588201A6FA}" dt="2026-10-06T07:36:00.232" v="0"/>
        <pc:sldMkLst>
          <pc:docMk/>
          <pc:sldMk cId="1715928320" sldId="265"/>
        </pc:sldMkLst>
      </pc:sldChg>
    </pc:docChg>
  </pc:docChgLst>
  <pc:docChgLst>
    <pc:chgData name="Naga Sri Sai Prasad Reddy Padala" userId="S::nagasrisai.padala@valuemomentum.com::b405b937-4980-49e0-81df-2d5e0b3d03f1" providerId="AD" clId="Web-{887BDE2D-6091-8C06-5F13-AECCD174E16F}"/>
    <pc:docChg chg="addSld delSld modSld">
      <pc:chgData name="Naga Sri Sai Prasad Reddy Padala" userId="S::nagasrisai.padala@valuemomentum.com::b405b937-4980-49e0-81df-2d5e0b3d03f1" providerId="AD" clId="Web-{887BDE2D-6091-8C06-5F13-AECCD174E16F}" dt="2026-10-06T12:57:57.091" v="197" actId="1076"/>
      <pc:docMkLst>
        <pc:docMk/>
      </pc:docMkLst>
      <pc:sldChg chg="new del">
        <pc:chgData name="Naga Sri Sai Prasad Reddy Padala" userId="S::nagasrisai.padala@valuemomentum.com::b405b937-4980-49e0-81df-2d5e0b3d03f1" providerId="AD" clId="Web-{887BDE2D-6091-8C06-5F13-AECCD174E16F}" dt="2026-10-06T12:35:31.829" v="1"/>
        <pc:sldMkLst>
          <pc:docMk/>
          <pc:sldMk cId="1535592220" sldId="287"/>
        </pc:sldMkLst>
      </pc:sldChg>
      <pc:sldChg chg="addSp delSp modSp add replId">
        <pc:chgData name="Naga Sri Sai Prasad Reddy Padala" userId="S::nagasrisai.padala@valuemomentum.com::b405b937-4980-49e0-81df-2d5e0b3d03f1" providerId="AD" clId="Web-{887BDE2D-6091-8C06-5F13-AECCD174E16F}" dt="2026-10-06T12:57:57.091" v="197" actId="1076"/>
        <pc:sldMkLst>
          <pc:docMk/>
          <pc:sldMk cId="3370498729" sldId="287"/>
        </pc:sldMkLst>
        <pc:spChg chg="add mod">
          <ac:chgData name="Naga Sri Sai Prasad Reddy Padala" userId="S::nagasrisai.padala@valuemomentum.com::b405b937-4980-49e0-81df-2d5e0b3d03f1" providerId="AD" clId="Web-{887BDE2D-6091-8C06-5F13-AECCD174E16F}" dt="2026-10-06T12:57:57.091" v="197" actId="1076"/>
          <ac:spMkLst>
            <pc:docMk/>
            <pc:sldMk cId="3370498729" sldId="287"/>
            <ac:spMk id="4" creationId="{FE02B177-DE76-1DBA-48CE-2781B31BCEE7}"/>
          </ac:spMkLst>
        </pc:spChg>
        <pc:spChg chg="mod">
          <ac:chgData name="Naga Sri Sai Prasad Reddy Padala" userId="S::nagasrisai.padala@valuemomentum.com::b405b937-4980-49e0-81df-2d5e0b3d03f1" providerId="AD" clId="Web-{887BDE2D-6091-8C06-5F13-AECCD174E16F}" dt="2026-10-06T12:38:05.397" v="66" actId="20577"/>
          <ac:spMkLst>
            <pc:docMk/>
            <pc:sldMk cId="3370498729" sldId="287"/>
            <ac:spMk id="13" creationId="{C8B306FB-0C2E-412B-CD9E-801136A00F75}"/>
          </ac:spMkLst>
        </pc:spChg>
        <pc:spChg chg="mod">
          <ac:chgData name="Naga Sri Sai Prasad Reddy Padala" userId="S::nagasrisai.padala@valuemomentum.com::b405b937-4980-49e0-81df-2d5e0b3d03f1" providerId="AD" clId="Web-{887BDE2D-6091-8C06-5F13-AECCD174E16F}" dt="2026-10-06T12:55:26.758" v="176"/>
          <ac:spMkLst>
            <pc:docMk/>
            <pc:sldMk cId="3370498729" sldId="287"/>
            <ac:spMk id="23" creationId="{DB9965C8-1783-3FA7-146F-EC2C8030F1EA}"/>
          </ac:spMkLst>
        </pc:spChg>
        <pc:spChg chg="mod">
          <ac:chgData name="Naga Sri Sai Prasad Reddy Padala" userId="S::nagasrisai.padala@valuemomentum.com::b405b937-4980-49e0-81df-2d5e0b3d03f1" providerId="AD" clId="Web-{887BDE2D-6091-8C06-5F13-AECCD174E16F}" dt="2026-10-06T12:57:31.075" v="195" actId="1076"/>
          <ac:spMkLst>
            <pc:docMk/>
            <pc:sldMk cId="3370498729" sldId="287"/>
            <ac:spMk id="33" creationId="{5EBCB046-1C90-8AA6-B66C-554259F502C4}"/>
          </ac:spMkLst>
        </pc:spChg>
        <pc:spChg chg="mod">
          <ac:chgData name="Naga Sri Sai Prasad Reddy Padala" userId="S::nagasrisai.padala@valuemomentum.com::b405b937-4980-49e0-81df-2d5e0b3d03f1" providerId="AD" clId="Web-{887BDE2D-6091-8C06-5F13-AECCD174E16F}" dt="2026-10-06T12:56:10.526" v="178" actId="1076"/>
          <ac:spMkLst>
            <pc:docMk/>
            <pc:sldMk cId="3370498729" sldId="287"/>
            <ac:spMk id="35" creationId="{AF7D0270-B408-01B6-BCC5-9CADD652B0F1}"/>
          </ac:spMkLst>
        </pc:spChg>
        <pc:spChg chg="del mod">
          <ac:chgData name="Naga Sri Sai Prasad Reddy Padala" userId="S::nagasrisai.padala@valuemomentum.com::b405b937-4980-49e0-81df-2d5e0b3d03f1" providerId="AD" clId="Web-{887BDE2D-6091-8C06-5F13-AECCD174E16F}" dt="2026-10-06T12:37:31.786" v="55"/>
          <ac:spMkLst>
            <pc:docMk/>
            <pc:sldMk cId="3370498729" sldId="287"/>
            <ac:spMk id="37" creationId="{786DFDAF-0CB8-041F-91F8-7ADE0742E175}"/>
          </ac:spMkLst>
        </pc:spChg>
        <pc:picChg chg="add mod">
          <ac:chgData name="Naga Sri Sai Prasad Reddy Padala" userId="S::nagasrisai.padala@valuemomentum.com::b405b937-4980-49e0-81df-2d5e0b3d03f1" providerId="AD" clId="Web-{887BDE2D-6091-8C06-5F13-AECCD174E16F}" dt="2026-10-06T12:52:30.050" v="156" actId="14100"/>
          <ac:picMkLst>
            <pc:docMk/>
            <pc:sldMk cId="3370498729" sldId="287"/>
            <ac:picMk id="2" creationId="{1CADB8FD-825A-E620-821D-B3A453407F80}"/>
          </ac:picMkLst>
        </pc:picChg>
        <pc:picChg chg="del">
          <ac:chgData name="Naga Sri Sai Prasad Reddy Padala" userId="S::nagasrisai.padala@valuemomentum.com::b405b937-4980-49e0-81df-2d5e0b3d03f1" providerId="AD" clId="Web-{887BDE2D-6091-8C06-5F13-AECCD174E16F}" dt="2026-10-06T12:35:52.158" v="3"/>
          <ac:picMkLst>
            <pc:docMk/>
            <pc:sldMk cId="3370498729" sldId="287"/>
            <ac:picMk id="3" creationId="{B48E314D-3E55-97C1-7ADC-1B9A5C105DD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9104AD-DB69-4CF8-BD5C-0F5B8DCC03A2}" type="datetimeFigureOut">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74E6B-43C6-41A9-877F-D91B947D64F1}" type="slidenum">
              <a:t>‹#›</a:t>
            </a:fld>
            <a:endParaRPr lang="en-US"/>
          </a:p>
        </p:txBody>
      </p:sp>
    </p:spTree>
    <p:extLst>
      <p:ext uri="{BB962C8B-B14F-4D97-AF65-F5344CB8AC3E}">
        <p14:creationId xmlns:p14="http://schemas.microsoft.com/office/powerpoint/2010/main" val="1426518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000"/>
          </a:p>
        </p:txBody>
      </p:sp>
      <p:sp>
        <p:nvSpPr>
          <p:cNvPr id="4" name="Slide Number Placeholder 3"/>
          <p:cNvSpPr>
            <a:spLocks noGrp="1"/>
          </p:cNvSpPr>
          <p:nvPr>
            <p:ph type="sldNum" sz="quarter" idx="5"/>
          </p:nvPr>
        </p:nvSpPr>
        <p:spPr/>
        <p:txBody>
          <a:bodyPr/>
          <a:lstStyle/>
          <a:p>
            <a:fld id="{5EED046B-ADA8-4F42-AAAF-D441C5C52865}" type="slidenum">
              <a:rPr lang="en-IN" smtClean="0"/>
              <a:t>10</a:t>
            </a:fld>
            <a:endParaRPr lang="en-IN"/>
          </a:p>
        </p:txBody>
      </p:sp>
    </p:spTree>
    <p:extLst>
      <p:ext uri="{BB962C8B-B14F-4D97-AF65-F5344CB8AC3E}">
        <p14:creationId xmlns:p14="http://schemas.microsoft.com/office/powerpoint/2010/main" val="979947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6969-A67A-9A05-3EBD-04926C7B29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2FE5BBD-7278-ED8E-7E80-0BBEAA20B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90313B-27DB-BE01-A702-61794B21B2F6}"/>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5" name="Footer Placeholder 4">
            <a:extLst>
              <a:ext uri="{FF2B5EF4-FFF2-40B4-BE49-F238E27FC236}">
                <a16:creationId xmlns:a16="http://schemas.microsoft.com/office/drawing/2014/main" id="{4F8BAED8-C097-33F0-4D27-46E8B807D3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538B88-AF95-E0A0-CF44-72669143FD84}"/>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1075230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3DCC6-6CA3-76ED-9950-C396190F69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EDBC2C-EECA-6E3F-01BA-D6CC2D5E7D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6CCB1D-9B85-7012-5CDB-B35C8A3F1D6E}"/>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5" name="Footer Placeholder 4">
            <a:extLst>
              <a:ext uri="{FF2B5EF4-FFF2-40B4-BE49-F238E27FC236}">
                <a16:creationId xmlns:a16="http://schemas.microsoft.com/office/drawing/2014/main" id="{36F121D5-77B1-C584-0F87-4669EC1F14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53AD42-3DE6-ECBE-966C-B524C759D5B1}"/>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1858803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7BC50-3B33-D4AB-C756-04F0F88EAF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5C1A95-6ABC-BCC1-986F-179BBBCDD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1C15CF-25C7-1CD8-1904-CBE647AFBFD0}"/>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5" name="Footer Placeholder 4">
            <a:extLst>
              <a:ext uri="{FF2B5EF4-FFF2-40B4-BE49-F238E27FC236}">
                <a16:creationId xmlns:a16="http://schemas.microsoft.com/office/drawing/2014/main" id="{71183498-7DD7-BB8A-79DB-5D1C9E4F24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6995D-A084-EDD9-F9C1-BB9714121ED9}"/>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1987010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425F0-0384-C1DE-2FE3-18ECA5720C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26C91C-95CD-4B44-99EE-27E069A0C1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925C5E1-74DD-668C-C417-55D92A6EE8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7C3778-0165-59CC-857B-BCAAA6079705}"/>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6" name="Footer Placeholder 5">
            <a:extLst>
              <a:ext uri="{FF2B5EF4-FFF2-40B4-BE49-F238E27FC236}">
                <a16:creationId xmlns:a16="http://schemas.microsoft.com/office/drawing/2014/main" id="{40972894-C592-BA03-FF7C-64EE41FF00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1EF8C8-C3BF-B978-5725-9DE2342824D0}"/>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375109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3D21-727C-654C-5904-D03AEA6518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D3240F-4D74-6CEF-0B9D-AC06B4298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C6F04C-7810-ABAD-0660-5675A6C32B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610E19E-5E50-4152-932B-D54E256AED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5893E1-7B27-2D49-D0A5-F45E20C584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1D21EE-5180-C80E-3B03-5C2D2FE4E886}"/>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8" name="Footer Placeholder 7">
            <a:extLst>
              <a:ext uri="{FF2B5EF4-FFF2-40B4-BE49-F238E27FC236}">
                <a16:creationId xmlns:a16="http://schemas.microsoft.com/office/drawing/2014/main" id="{CFB51E37-5BCE-58E4-7C3F-EC6FBD986E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5CF641-631B-BAC7-B9D5-51EF0AC95843}"/>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3198177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14027-F284-CD52-D8E0-55FDC2BA0E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E680CF-460D-9564-E5FE-3606DFFCEFAB}"/>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4" name="Footer Placeholder 3">
            <a:extLst>
              <a:ext uri="{FF2B5EF4-FFF2-40B4-BE49-F238E27FC236}">
                <a16:creationId xmlns:a16="http://schemas.microsoft.com/office/drawing/2014/main" id="{9E1B03F5-579D-DF6D-4A03-911B637BBD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DEAF13-155C-EEAE-78D2-228E6FCF8493}"/>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1251258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300581-0965-5668-1545-6EF24E28D7C3}"/>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3" name="Footer Placeholder 2">
            <a:extLst>
              <a:ext uri="{FF2B5EF4-FFF2-40B4-BE49-F238E27FC236}">
                <a16:creationId xmlns:a16="http://schemas.microsoft.com/office/drawing/2014/main" id="{8CCAB336-D2B4-74A2-A9CB-97BE670983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18D212-F951-B3C1-759D-23A300B1FDF0}"/>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87873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A79-D37B-9A87-A921-483AFAD3C8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6B8F80-3B30-84ED-B458-5FBC29B690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0D3935-DE1C-514F-D7C9-D9A29A1C08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4C2919-2206-859C-D491-637F9741032A}"/>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6" name="Footer Placeholder 5">
            <a:extLst>
              <a:ext uri="{FF2B5EF4-FFF2-40B4-BE49-F238E27FC236}">
                <a16:creationId xmlns:a16="http://schemas.microsoft.com/office/drawing/2014/main" id="{14ADC941-703F-E915-0370-340442A67F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AA746B-E958-396F-5DD7-31927ECE1F4C}"/>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1809830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1675A-97E6-5AA8-6179-DCA9B9544B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919283-44E2-10FE-8781-92E3AD4294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C7E046-43E9-A5AD-562F-1F28402C1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389B8-2D05-39C8-DB43-6D08B42CB4C8}"/>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6" name="Footer Placeholder 5">
            <a:extLst>
              <a:ext uri="{FF2B5EF4-FFF2-40B4-BE49-F238E27FC236}">
                <a16:creationId xmlns:a16="http://schemas.microsoft.com/office/drawing/2014/main" id="{BDC44FD6-4444-739F-FA96-89AF98BF67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F85DB1-EC8A-2A16-B96C-073C5A62E454}"/>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3089131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83B25-F5C4-B9E4-5C3E-4B6E233EAF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9DD591-A3E5-F3C8-739E-5E16760BC5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A1346B-13B1-B5CE-BB37-97423163E004}"/>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5" name="Footer Placeholder 4">
            <a:extLst>
              <a:ext uri="{FF2B5EF4-FFF2-40B4-BE49-F238E27FC236}">
                <a16:creationId xmlns:a16="http://schemas.microsoft.com/office/drawing/2014/main" id="{21B561B7-EEC2-82B3-63A5-AB984121DD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B2AB13-1738-FAAD-2C1D-6C4ED2F8C657}"/>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2306074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8E0AAB-833B-F68B-CAE6-232CE007AC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FF92F4-A933-A77F-0678-9AAB76B2EF9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3ED26-FDC5-CBC1-B83E-D90DB3846DCD}"/>
              </a:ext>
            </a:extLst>
          </p:cNvPr>
          <p:cNvSpPr>
            <a:spLocks noGrp="1"/>
          </p:cNvSpPr>
          <p:nvPr>
            <p:ph type="dt" sz="half" idx="10"/>
          </p:nvPr>
        </p:nvSpPr>
        <p:spPr/>
        <p:txBody>
          <a:bodyPr/>
          <a:lstStyle/>
          <a:p>
            <a:fld id="{07198AF6-67B1-400C-AC3D-E9E3C4CD5459}" type="datetimeFigureOut">
              <a:rPr lang="en-IN" smtClean="0"/>
              <a:t>06-10-2026</a:t>
            </a:fld>
            <a:endParaRPr lang="en-IN"/>
          </a:p>
        </p:txBody>
      </p:sp>
      <p:sp>
        <p:nvSpPr>
          <p:cNvPr id="5" name="Footer Placeholder 4">
            <a:extLst>
              <a:ext uri="{FF2B5EF4-FFF2-40B4-BE49-F238E27FC236}">
                <a16:creationId xmlns:a16="http://schemas.microsoft.com/office/drawing/2014/main" id="{18139B85-E6B0-0F4D-B485-8833FC5A22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188A86-37FF-5B60-A819-E8A7E9041B63}"/>
              </a:ext>
            </a:extLst>
          </p:cNvPr>
          <p:cNvSpPr>
            <a:spLocks noGrp="1"/>
          </p:cNvSpPr>
          <p:nvPr>
            <p:ph type="sldNum" sz="quarter" idx="12"/>
          </p:nvPr>
        </p:nvSpPr>
        <p:spPr/>
        <p:txBody>
          <a:bodyPr/>
          <a:lstStyle/>
          <a:p>
            <a:fld id="{E3C31D0A-D341-4FA4-AF6B-839F14EF5B75}" type="slidenum">
              <a:rPr lang="en-IN" smtClean="0"/>
              <a:t>‹#›</a:t>
            </a:fld>
            <a:endParaRPr lang="en-IN"/>
          </a:p>
        </p:txBody>
      </p:sp>
    </p:spTree>
    <p:extLst>
      <p:ext uri="{BB962C8B-B14F-4D97-AF65-F5344CB8AC3E}">
        <p14:creationId xmlns:p14="http://schemas.microsoft.com/office/powerpoint/2010/main" val="1437782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1F0B87-49BD-C6AC-2CCA-E6BE0531AC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7B264B-8811-7A58-AF9A-D9A9EE43BC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46C21D-9123-7AD5-E05C-A2B29101CE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198AF6-67B1-400C-AC3D-E9E3C4CD5459}" type="datetimeFigureOut">
              <a:rPr lang="en-IN" smtClean="0"/>
              <a:t>06-10-2026</a:t>
            </a:fld>
            <a:endParaRPr lang="en-IN"/>
          </a:p>
        </p:txBody>
      </p:sp>
      <p:sp>
        <p:nvSpPr>
          <p:cNvPr id="5" name="Footer Placeholder 4">
            <a:extLst>
              <a:ext uri="{FF2B5EF4-FFF2-40B4-BE49-F238E27FC236}">
                <a16:creationId xmlns:a16="http://schemas.microsoft.com/office/drawing/2014/main" id="{5556FD08-74CB-D2ED-7FBB-494779C8C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A4E9B32-ABB0-B472-637A-C9AA466CA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C31D0A-D341-4FA4-AF6B-839F14EF5B75}" type="slidenum">
              <a:rPr lang="en-IN" smtClean="0"/>
              <a:t>‹#›</a:t>
            </a:fld>
            <a:endParaRPr lang="en-IN"/>
          </a:p>
        </p:txBody>
      </p:sp>
    </p:spTree>
    <p:extLst>
      <p:ext uri="{BB962C8B-B14F-4D97-AF65-F5344CB8AC3E}">
        <p14:creationId xmlns:p14="http://schemas.microsoft.com/office/powerpoint/2010/main" val="1328775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71FA1-AEE7-A0B4-38B9-E777CEC63F39}"/>
              </a:ext>
            </a:extLst>
          </p:cNvPr>
          <p:cNvSpPr>
            <a:spLocks noGrp="1"/>
          </p:cNvSpPr>
          <p:nvPr>
            <p:ph type="title"/>
          </p:nvPr>
        </p:nvSpPr>
        <p:spPr/>
        <p:txBody>
          <a:bodyPr/>
          <a:lstStyle/>
          <a:p>
            <a:pPr algn="ctr"/>
            <a:r>
              <a:rPr lang="en-US" sz="7200" b="1">
                <a:solidFill>
                  <a:srgbClr val="0253D2"/>
                </a:solidFill>
                <a:latin typeface="Aptos"/>
              </a:rPr>
              <a:t>Databricks</a:t>
            </a:r>
            <a:endParaRPr lang="en-US">
              <a:solidFill>
                <a:schemeClr val="tx2">
                  <a:lumMod val="76000"/>
                  <a:lumOff val="24000"/>
                </a:schemeClr>
              </a:solidFill>
            </a:endParaRPr>
          </a:p>
        </p:txBody>
      </p:sp>
      <p:sp>
        <p:nvSpPr>
          <p:cNvPr id="3" name="Content Placeholder 2">
            <a:extLst>
              <a:ext uri="{FF2B5EF4-FFF2-40B4-BE49-F238E27FC236}">
                <a16:creationId xmlns:a16="http://schemas.microsoft.com/office/drawing/2014/main" id="{2736B174-549A-C6C3-2ED0-2CEEF8E30DD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0921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E80C5B-3612-B23B-4929-981FA046FA7F}"/>
              </a:ext>
            </a:extLst>
          </p:cNvPr>
          <p:cNvPicPr>
            <a:picLocks noChangeAspect="1"/>
          </p:cNvPicPr>
          <p:nvPr/>
        </p:nvPicPr>
        <p:blipFill>
          <a:blip r:embed="rId2"/>
          <a:stretch>
            <a:fillRect/>
          </a:stretch>
        </p:blipFill>
        <p:spPr>
          <a:xfrm>
            <a:off x="0" y="44"/>
            <a:ext cx="12192000" cy="6681216"/>
          </a:xfrm>
          <a:prstGeom prst="rect">
            <a:avLst/>
          </a:prstGeom>
        </p:spPr>
      </p:pic>
    </p:spTree>
    <p:extLst>
      <p:ext uri="{BB962C8B-B14F-4D97-AF65-F5344CB8AC3E}">
        <p14:creationId xmlns:p14="http://schemas.microsoft.com/office/powerpoint/2010/main" val="3813560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Srinivasa Bhargav </a:t>
            </a:r>
          </a:p>
          <a:p>
            <a:pPr marL="0" indent="0">
              <a:buNone/>
            </a:pPr>
            <a:r>
              <a:rPr lang="en-US" b="1">
                <a:solidFill>
                  <a:srgbClr val="0253D2"/>
                </a:solidFill>
                <a:latin typeface="Calibri" pitchFamily="34" charset="0"/>
                <a:ea typeface="Calibri" pitchFamily="34" charset="-122"/>
                <a:cs typeface="Calibri" pitchFamily="34" charset="-120"/>
              </a:rPr>
              <a:t>Pothineni</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Data Engineer</a:t>
            </a:r>
            <a:r>
              <a:rPr lang="en-US" sz="1300" i="1">
                <a:solidFill>
                  <a:srgbClr val="595959"/>
                </a:solidFill>
                <a:latin typeface="Calibri"/>
                <a:ea typeface="Calibri"/>
                <a:cs typeface="Calibri"/>
              </a:rPr>
              <a:t>(</a:t>
            </a:r>
            <a:r>
              <a:rPr lang="en-US" sz="1300">
                <a:solidFill>
                  <a:srgbClr val="000000"/>
                </a:solidFill>
                <a:latin typeface="Calibri"/>
                <a:ea typeface="Calibri"/>
                <a:cs typeface="Calibri"/>
              </a:rPr>
              <a:t>offshore)</a:t>
            </a:r>
            <a:endParaRPr lang="en-US" sz="1300">
              <a:latin typeface="Aptos"/>
              <a:ea typeface="Calibri"/>
              <a:cs typeface="Calibri"/>
            </a:endParaRPr>
          </a:p>
        </p:txBody>
      </p:sp>
      <p:sp>
        <p:nvSpPr>
          <p:cNvPr id="17" name="Shape 5">
            <a:extLst>
              <a:ext uri="{FF2B5EF4-FFF2-40B4-BE49-F238E27FC236}">
                <a16:creationId xmlns:a16="http://schemas.microsoft.com/office/drawing/2014/main" id="{37B62438-D8D0-4095-DB6A-1308E0809291}"/>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331720" y="1645920"/>
            <a:ext cx="4361688" cy="4663440"/>
          </a:xfrm>
          <a:prstGeom prst="rect">
            <a:avLst/>
          </a:prstGeom>
          <a:noFill/>
          <a:ln/>
        </p:spPr>
        <p:txBody>
          <a:bodyPr wrap="square" lIns="0" tIns="0" rIns="0" bIns="0" rtlCol="0" anchor="t"/>
          <a:lstStyle/>
          <a:p>
            <a:endParaRPr lang="en-IN" sz="1050"/>
          </a:p>
          <a:p>
            <a:r>
              <a:rPr lang="en-US" sz="1100"/>
              <a:t>• Experienced Data Engineer with 3+ years in Databricks, ADF and Cloud Based Data Engineering Solutions</a:t>
            </a:r>
          </a:p>
          <a:p>
            <a:r>
              <a:rPr lang="en-US" sz="1100"/>
              <a:t>• Strong expertise in building scalable ETL pipelines, data ingestion frameworks, transformation logic, and end-to-end data validation across large enterprise datasets.</a:t>
            </a:r>
          </a:p>
          <a:p>
            <a:r>
              <a:rPr lang="en-US" sz="1100"/>
              <a:t>• Successfully taking care of requirement gathering, analysis, Team Building and leading. </a:t>
            </a:r>
          </a:p>
          <a:p>
            <a:r>
              <a:rPr lang="en-US" sz="1100"/>
              <a:t>• Proven experience in working with structured and semi-structured data, optimizing Spark jobs, and delivering high-performance data solutions for insurance and healthcare domains.</a:t>
            </a:r>
          </a:p>
          <a:p>
            <a:r>
              <a:rPr lang="en-US" sz="1100"/>
              <a:t>• Implemented data quality checks and incremental load strategies to support accurate policy lifecycle</a:t>
            </a:r>
          </a:p>
          <a:p>
            <a:r>
              <a:rPr lang="en-US" sz="1100"/>
              <a:t>•Developed scalable Azure Databricks pipelines for healthcare data ingestion, transformation, and validation across patient, provider, and claims-related datasets.</a:t>
            </a:r>
          </a:p>
          <a:p>
            <a:r>
              <a:rPr lang="en-US" sz="1100"/>
              <a:t>• Designed ETL workflows to standardize source data, apply business rules, and load trusted datasets into Delta Lake for analytics and operational reporting.</a:t>
            </a:r>
          </a:p>
          <a:p>
            <a:r>
              <a:rPr lang="en-US" sz="1100"/>
              <a:t>• Strong communication, troubleshooting, Problem Solving &amp; Interpersonal skills, team-working attitude and self-motivation. </a:t>
            </a:r>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lnSpc>
                <a:spcPct val="100000"/>
              </a:lnSpc>
              <a:buSzPct val="100000"/>
              <a:buChar char="▪"/>
            </a:pPr>
            <a:r>
              <a:rPr lang="en-US" sz="1200" err="1"/>
              <a:t>B.tech</a:t>
            </a:r>
            <a:r>
              <a:rPr lang="en-US" sz="1200"/>
              <a:t> in  Computer Science Engineering </a:t>
            </a:r>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a:cs typeface="Dubai bold"/>
              </a:rPr>
              <a:t>Azure Databricks, ADF, </a:t>
            </a:r>
            <a:r>
              <a:rPr lang="en-US" sz="1400" err="1">
                <a:solidFill>
                  <a:srgbClr val="000000">
                    <a:lumMod val="75000"/>
                    <a:lumOff val="25000"/>
                  </a:srgbClr>
                </a:solidFill>
                <a:ea typeface="Calibri"/>
                <a:cs typeface="Dubai bold"/>
              </a:rPr>
              <a:t>PySpark</a:t>
            </a:r>
            <a:r>
              <a:rPr lang="en-US" sz="1400">
                <a:solidFill>
                  <a:srgbClr val="000000">
                    <a:lumMod val="75000"/>
                    <a:lumOff val="25000"/>
                  </a:srgbClr>
                </a:solidFill>
                <a:ea typeface="Calibri"/>
                <a:cs typeface="Dubai bold"/>
              </a:rPr>
              <a:t>, Python, SQL, Delta Lake, ADLS Gen2, Azure SQL, ETL, data validation, performance tuning, Git, Power BI.</a:t>
            </a: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46" name="Picture 45">
            <a:extLst>
              <a:ext uri="{FF2B5EF4-FFF2-40B4-BE49-F238E27FC236}">
                <a16:creationId xmlns:a16="http://schemas.microsoft.com/office/drawing/2014/main" id="{47427FF6-5B23-222C-28AE-42E7CFD7580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224" y="2647410"/>
            <a:ext cx="2136127" cy="2523299"/>
          </a:xfrm>
          <a:prstGeom prst="rect">
            <a:avLst/>
          </a:prstGeom>
        </p:spPr>
      </p:pic>
    </p:spTree>
    <p:extLst>
      <p:ext uri="{BB962C8B-B14F-4D97-AF65-F5344CB8AC3E}">
        <p14:creationId xmlns:p14="http://schemas.microsoft.com/office/powerpoint/2010/main" val="2974569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E615F-54CC-E108-8B35-197F55B44DAA}"/>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D5378B7A-4193-C1BE-7A6A-35A59CCC27F5}"/>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FEC8D7B3-73C8-281B-77FA-39843912835C}"/>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D75BCF5F-4174-1B9B-F2A6-C66CF2A65741}"/>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3315526A-02FB-0E36-1AD7-CD434BF40ADD}"/>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77E66D4A-0241-8574-03A2-642148FD81CF}"/>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Saikiran</a:t>
            </a:r>
            <a:endParaRPr lang="en-US" b="1" err="1">
              <a:solidFill>
                <a:srgbClr val="0253D2"/>
              </a:solidFill>
              <a:latin typeface="Calibri" pitchFamily="34" charset="0"/>
              <a:ea typeface="Calibri" pitchFamily="34" charset="-122"/>
              <a:cs typeface="Calibri" pitchFamily="34" charset="-120"/>
            </a:endParaRPr>
          </a:p>
          <a:p>
            <a:r>
              <a:rPr lang="en-US" b="1" err="1">
                <a:solidFill>
                  <a:srgbClr val="0253D2"/>
                </a:solidFill>
                <a:latin typeface="Calibri"/>
                <a:ea typeface="Calibri"/>
                <a:cs typeface="Calibri"/>
              </a:rPr>
              <a:t>Chagantipati</a:t>
            </a:r>
            <a:endParaRPr lang="en-US" b="1" err="1">
              <a:solidFill>
                <a:srgbClr val="0253D2"/>
              </a:solidFill>
              <a:latin typeface="Calibri" pitchFamily="34" charset="0"/>
              <a:ea typeface="Calibri" pitchFamily="34" charset="-122"/>
              <a:cs typeface="Calibri" pitchFamily="34" charset="-120"/>
            </a:endParaRPr>
          </a:p>
          <a:p>
            <a:pPr marL="0" indent="0">
              <a:buNone/>
            </a:pPr>
            <a:endParaRPr lang="en-US">
              <a:solidFill>
                <a:srgbClr val="000000"/>
              </a:solidFill>
              <a:latin typeface="Aptos" panose="02110004020202020204"/>
              <a:ea typeface="Calibri" pitchFamily="34" charset="-122"/>
              <a:cs typeface="Calibri" pitchFamily="34" charset="-120"/>
            </a:endParaRPr>
          </a:p>
        </p:txBody>
      </p:sp>
      <p:sp>
        <p:nvSpPr>
          <p:cNvPr id="15" name="Text 4">
            <a:extLst>
              <a:ext uri="{FF2B5EF4-FFF2-40B4-BE49-F238E27FC236}">
                <a16:creationId xmlns:a16="http://schemas.microsoft.com/office/drawing/2014/main" id="{362E23DE-A713-9891-DD19-0F59DE9408AB}"/>
              </a:ext>
            </a:extLst>
          </p:cNvPr>
          <p:cNvSpPr txBox="1"/>
          <p:nvPr/>
        </p:nvSpPr>
        <p:spPr>
          <a:xfrm>
            <a:off x="304800" y="2098597"/>
            <a:ext cx="2743200" cy="292608"/>
          </a:xfrm>
          <a:prstGeom prst="rect">
            <a:avLst/>
          </a:prstGeom>
          <a:noFill/>
          <a:ln/>
        </p:spPr>
        <p:txBody>
          <a:bodyPr wrap="square" lIns="0" tIns="0" rIns="0" bIns="0" rtlCol="0" anchor="ctr"/>
          <a:lstStyle/>
          <a:p>
            <a:r>
              <a:rPr lang="en-US" sz="1600" b="1">
                <a:latin typeface="Calibri"/>
                <a:ea typeface="Calibri"/>
                <a:cs typeface="Calibri"/>
              </a:rPr>
              <a:t>Data Engineer</a:t>
            </a:r>
          </a:p>
        </p:txBody>
      </p:sp>
      <p:sp>
        <p:nvSpPr>
          <p:cNvPr id="17" name="Shape 5">
            <a:extLst>
              <a:ext uri="{FF2B5EF4-FFF2-40B4-BE49-F238E27FC236}">
                <a16:creationId xmlns:a16="http://schemas.microsoft.com/office/drawing/2014/main" id="{854176BE-F80A-38B3-CE8D-EF0839B1AA55}"/>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8C97035E-E339-E5D1-EC4B-1EDA4039F5AC}"/>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BDF4A9D0-DBC8-BB59-4135-CB7E1E146B47}"/>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6C118D3C-3486-9664-4428-145A84541A92}"/>
              </a:ext>
            </a:extLst>
          </p:cNvPr>
          <p:cNvSpPr txBox="1"/>
          <p:nvPr/>
        </p:nvSpPr>
        <p:spPr>
          <a:xfrm>
            <a:off x="2331720" y="1645920"/>
            <a:ext cx="4361688" cy="4663440"/>
          </a:xfrm>
          <a:prstGeom prst="rect">
            <a:avLst/>
          </a:prstGeom>
          <a:noFill/>
          <a:ln/>
        </p:spPr>
        <p:txBody>
          <a:bodyPr wrap="square" lIns="0" tIns="0" rIns="0" bIns="0" rtlCol="0" anchor="t"/>
          <a:lstStyle/>
          <a:p>
            <a:pPr algn="just"/>
            <a:endParaRPr lang="en-IN" sz="1400">
              <a:latin typeface="Calibri"/>
              <a:ea typeface="Calibri"/>
              <a:cs typeface="Calibri"/>
            </a:endParaRPr>
          </a:p>
          <a:p>
            <a:pPr algn="just"/>
            <a:r>
              <a:rPr lang="en-US" sz="1400">
                <a:latin typeface="Calibri"/>
                <a:ea typeface="Calibri"/>
                <a:cs typeface="Calibri"/>
              </a:rPr>
              <a:t>•Having 3+ yrs of experience as Data Engineer and Successfully migrated data from legacy systems to Azure Cloud using Databricks Medallion Architecture consisting of Bronze, Silver, and Gold layers on Delta Lake. Bronze stored raw source data, Silver handled cleansing and business transformations, while Gold contained curated datasets for reporting and analytics.</a:t>
            </a:r>
          </a:p>
          <a:p>
            <a:pPr algn="just"/>
            <a:r>
              <a:rPr lang="en-US" sz="1400">
                <a:latin typeface="Calibri"/>
                <a:ea typeface="Calibri"/>
                <a:cs typeface="Calibri"/>
              </a:rPr>
              <a:t>•Developed end-to-end ETL solutions using </a:t>
            </a:r>
            <a:r>
              <a:rPr lang="en-US" sz="1400" err="1">
                <a:latin typeface="Calibri"/>
                <a:ea typeface="Calibri"/>
                <a:cs typeface="Calibri"/>
              </a:rPr>
              <a:t>PySpark</a:t>
            </a:r>
            <a:r>
              <a:rPr lang="en-US" sz="1400">
                <a:latin typeface="Calibri"/>
                <a:ea typeface="Calibri"/>
                <a:cs typeface="Calibri"/>
              </a:rPr>
              <a:t> and Delta Lake to transform, validate, and optimize large-scale enterprise data. </a:t>
            </a:r>
          </a:p>
          <a:p>
            <a:pPr algn="just"/>
            <a:r>
              <a:rPr lang="en-US" sz="1400">
                <a:latin typeface="Calibri"/>
                <a:ea typeface="Calibri"/>
                <a:cs typeface="Calibri"/>
              </a:rPr>
              <a:t>•Strong expertise in Databricks, Azure, and data engineering best practices enables me to deliver reliable, business-ready data solutions. </a:t>
            </a:r>
          </a:p>
          <a:p>
            <a:pPr algn="just"/>
            <a:r>
              <a:rPr lang="en-US" sz="1400">
                <a:latin typeface="Calibri"/>
                <a:ea typeface="Calibri"/>
                <a:cs typeface="Calibri"/>
              </a:rPr>
              <a:t>•Participated in SIT and UAT activities for data migration projects, validating data accuracy, integrity and successful migration from source to target systems</a:t>
            </a:r>
          </a:p>
          <a:p>
            <a:pPr algn="just"/>
            <a:endParaRPr lang="en-US" sz="1400">
              <a:latin typeface="Calibri"/>
              <a:ea typeface="Calibri"/>
              <a:cs typeface="Calibri"/>
            </a:endParaRPr>
          </a:p>
        </p:txBody>
      </p:sp>
      <p:sp>
        <p:nvSpPr>
          <p:cNvPr id="25" name="Shape 10">
            <a:extLst>
              <a:ext uri="{FF2B5EF4-FFF2-40B4-BE49-F238E27FC236}">
                <a16:creationId xmlns:a16="http://schemas.microsoft.com/office/drawing/2014/main" id="{EDB658E4-3589-2B26-8C25-86FD6D27AEF6}"/>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FDB08E52-F36A-0A4E-7EA7-C6C311AB401B}"/>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127DB009-3191-DF67-10D5-3D7E67BDAD09}"/>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989965FB-8745-C2EB-3A85-C218BBE94FEA}"/>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245DEDA9-1A4F-B655-347A-19EA40206F5B}"/>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1E9C7638-95A7-1843-5075-4EE377FEED8A}"/>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58D31F20-B820-5F76-E01F-F5939F4DADC5}"/>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lnSpc>
                <a:spcPct val="100000"/>
              </a:lnSpc>
              <a:buSzPct val="100000"/>
              <a:buChar char="▪"/>
            </a:pPr>
            <a:r>
              <a:rPr lang="en-US" sz="1200" b="1" err="1"/>
              <a:t>B.tech</a:t>
            </a:r>
            <a:r>
              <a:rPr lang="en-US" sz="1200"/>
              <a:t> in  Computer Science Engineering </a:t>
            </a:r>
          </a:p>
          <a:p>
            <a:pPr marL="177800" indent="-177800">
              <a:buSzPct val="100000"/>
              <a:buChar char="▪"/>
            </a:pPr>
            <a:r>
              <a:rPr lang="en-US" sz="1200" b="1"/>
              <a:t>Databricks Certified Data Engineer Associate</a:t>
            </a:r>
            <a:r>
              <a:rPr lang="en-US" sz="1200"/>
              <a:t> </a:t>
            </a:r>
          </a:p>
        </p:txBody>
      </p:sp>
      <p:sp>
        <p:nvSpPr>
          <p:cNvPr id="39" name="Shape 17">
            <a:extLst>
              <a:ext uri="{FF2B5EF4-FFF2-40B4-BE49-F238E27FC236}">
                <a16:creationId xmlns:a16="http://schemas.microsoft.com/office/drawing/2014/main" id="{BD6AD665-014F-F37B-741B-C2F1E8A264AE}"/>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360B8796-9A53-6F12-A35A-5901B7BA7B44}"/>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9FAC4503-9443-28D3-CB99-767A885A5C92}"/>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defTabSz="1371600">
              <a:buFont typeface="Arial" panose="020B0604020202020204" pitchFamily="34" charset="0"/>
              <a:buChar char="•"/>
              <a:defRPr/>
            </a:pPr>
            <a:r>
              <a:rPr lang="en-US" sz="1400">
                <a:latin typeface="Calibri"/>
                <a:ea typeface="Calibri"/>
                <a:cs typeface="Calibri"/>
              </a:rPr>
              <a:t>Azure Databricks, </a:t>
            </a:r>
            <a:r>
              <a:rPr lang="en-US" sz="1400" err="1">
                <a:latin typeface="Calibri"/>
                <a:ea typeface="Calibri"/>
                <a:cs typeface="Calibri"/>
              </a:rPr>
              <a:t>Pyspark</a:t>
            </a:r>
            <a:r>
              <a:rPr lang="en-US" sz="1400">
                <a:latin typeface="Calibri"/>
                <a:ea typeface="Calibri"/>
                <a:cs typeface="Calibri"/>
              </a:rPr>
              <a:t>, </a:t>
            </a:r>
            <a:r>
              <a:rPr lang="en-US" sz="1400" err="1">
                <a:latin typeface="Calibri"/>
                <a:ea typeface="Calibri"/>
                <a:cs typeface="Calibri"/>
              </a:rPr>
              <a:t>SQL,Azure</a:t>
            </a:r>
            <a:r>
              <a:rPr lang="en-US" sz="1400">
                <a:latin typeface="Calibri"/>
                <a:ea typeface="Calibri"/>
                <a:cs typeface="Calibri"/>
              </a:rPr>
              <a:t> Tools, Azure Data Factory (ADF),Data Migration, Data Transformation, Medallion </a:t>
            </a:r>
            <a:r>
              <a:rPr lang="en-US" sz="1400" err="1">
                <a:latin typeface="Calibri"/>
                <a:ea typeface="Calibri"/>
                <a:cs typeface="Calibri"/>
              </a:rPr>
              <a:t>architecture,Delta</a:t>
            </a:r>
            <a:r>
              <a:rPr lang="en-US" sz="1400">
                <a:latin typeface="Calibri"/>
                <a:ea typeface="Calibri"/>
                <a:cs typeface="Calibri"/>
              </a:rPr>
              <a:t> Lake, MySQL, GitHub</a:t>
            </a:r>
          </a:p>
          <a:p>
            <a:pPr marL="171450" indent="-171450" defTabSz="1371600">
              <a:buFont typeface="Arial" panose="020B0604020202020204" pitchFamily="34" charset="0"/>
              <a:buChar char="•"/>
              <a:defRPr/>
            </a:pPr>
            <a:endParaRPr lang="en-US" sz="1400">
              <a:solidFill>
                <a:srgbClr val="000000">
                  <a:lumMod val="75000"/>
                  <a:lumOff val="25000"/>
                </a:srgbClr>
              </a:solidFill>
              <a:ea typeface="Calibri"/>
              <a:cs typeface="Dubai bold"/>
            </a:endParaRP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46" name="Picture 45">
            <a:extLst>
              <a:ext uri="{FF2B5EF4-FFF2-40B4-BE49-F238E27FC236}">
                <a16:creationId xmlns:a16="http://schemas.microsoft.com/office/drawing/2014/main" id="{41E6B913-C6CC-18D9-4017-18BA33F8264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17699" y="2561379"/>
            <a:ext cx="1683539" cy="230207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01002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D6506-D322-E97C-9514-8BCF06453E58}"/>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6A222749-D18D-AD82-DC9A-EDFF9C86703D}"/>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7DB9E916-470C-37E2-AB09-B63C21DCCD36}"/>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888B823-FF39-F379-D9D3-EFE68E0F8FDA}"/>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06F97DD6-9542-C7FA-F8B8-CF1BB9D1A6CB}"/>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12146EE0-626B-9A7F-9730-3B4197B5F3A6}"/>
              </a:ext>
            </a:extLst>
          </p:cNvPr>
          <p:cNvSpPr txBox="1"/>
          <p:nvPr/>
        </p:nvSpPr>
        <p:spPr>
          <a:xfrm>
            <a:off x="320040" y="1920238"/>
            <a:ext cx="1527048" cy="274321"/>
          </a:xfrm>
          <a:prstGeom prst="rect">
            <a:avLst/>
          </a:prstGeom>
          <a:noFill/>
          <a:ln/>
        </p:spPr>
        <p:txBody>
          <a:bodyPr wrap="square" lIns="0" tIns="0" rIns="0" bIns="0" rtlCol="0" anchor="ctr"/>
          <a:lstStyle/>
          <a:p>
            <a:pPr marL="0" indent="0">
              <a:buNone/>
            </a:pPr>
            <a:r>
              <a:rPr lang="en-US" b="1" err="1">
                <a:solidFill>
                  <a:srgbClr val="0253D2"/>
                </a:solidFill>
                <a:latin typeface="Calibri"/>
                <a:ea typeface="Calibri"/>
                <a:cs typeface="Calibri"/>
              </a:rPr>
              <a:t>Saikaruna</a:t>
            </a:r>
            <a:r>
              <a:rPr lang="en-US" b="1">
                <a:solidFill>
                  <a:srgbClr val="0253D2"/>
                </a:solidFill>
                <a:latin typeface="Calibri"/>
                <a:ea typeface="Calibri"/>
                <a:cs typeface="Calibri"/>
              </a:rPr>
              <a:t> Paramaiahgari</a:t>
            </a:r>
            <a:endParaRPr lang="en-US" b="1">
              <a:solidFill>
                <a:srgbClr val="0253D2"/>
              </a:solidFill>
              <a:latin typeface="Calibri" pitchFamily="34" charset="0"/>
              <a:ea typeface="Calibri" pitchFamily="34" charset="-122"/>
              <a:cs typeface="Calibri" pitchFamily="34" charset="-120"/>
            </a:endParaRPr>
          </a:p>
          <a:p>
            <a:pPr marL="0" indent="0">
              <a:buNone/>
            </a:pPr>
            <a:endParaRPr lang="en-US" sz="1800" b="1">
              <a:solidFill>
                <a:srgbClr val="0253D2"/>
              </a:solidFill>
              <a:latin typeface="Calibri"/>
              <a:ea typeface="Calibri"/>
              <a:cs typeface="Calibri"/>
            </a:endParaRPr>
          </a:p>
          <a:p>
            <a:r>
              <a:rPr lang="en-US" b="1">
                <a:latin typeface="Calibri" panose="020F0502020204030204" pitchFamily="34" charset="0"/>
                <a:ea typeface="Calibri" panose="020F0502020204030204" pitchFamily="34" charset="0"/>
                <a:cs typeface="Calibri" panose="020F0502020204030204" pitchFamily="34" charset="0"/>
              </a:rPr>
              <a:t>Data Engineer</a:t>
            </a:r>
          </a:p>
          <a:p>
            <a:endParaRPr lang="en-US"/>
          </a:p>
        </p:txBody>
      </p:sp>
      <p:sp>
        <p:nvSpPr>
          <p:cNvPr id="17" name="Shape 5">
            <a:extLst>
              <a:ext uri="{FF2B5EF4-FFF2-40B4-BE49-F238E27FC236}">
                <a16:creationId xmlns:a16="http://schemas.microsoft.com/office/drawing/2014/main" id="{E55FC0A5-737A-3B2E-3999-1E002A6892A8}"/>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044B51E0-A1C1-E582-E586-3604C691D582}"/>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SUMMARY</a:t>
            </a:r>
            <a:endParaRPr lang="en-US" sz="1600"/>
          </a:p>
        </p:txBody>
      </p:sp>
      <p:sp>
        <p:nvSpPr>
          <p:cNvPr id="21" name="Shape 7">
            <a:extLst>
              <a:ext uri="{FF2B5EF4-FFF2-40B4-BE49-F238E27FC236}">
                <a16:creationId xmlns:a16="http://schemas.microsoft.com/office/drawing/2014/main" id="{D56CB59C-6D69-C95E-85F7-8D8EC3F1C678}"/>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AEE46896-1E35-423C-67D7-B28DA22A75B2}"/>
              </a:ext>
            </a:extLst>
          </p:cNvPr>
          <p:cNvSpPr txBox="1"/>
          <p:nvPr/>
        </p:nvSpPr>
        <p:spPr>
          <a:xfrm>
            <a:off x="2331720" y="1645920"/>
            <a:ext cx="4321048" cy="4683760"/>
          </a:xfrm>
          <a:prstGeom prst="rect">
            <a:avLst/>
          </a:prstGeom>
          <a:noFill/>
          <a:ln/>
        </p:spPr>
        <p:txBody>
          <a:bodyPr wrap="square" lIns="0" tIns="0" rIns="0" bIns="0" rtlCol="0" anchor="t"/>
          <a:lstStyle/>
          <a:p>
            <a:endParaRPr lang="en-IN" sz="1200">
              <a:latin typeface="Calibri" panose="020F0502020204030204" pitchFamily="34" charset="0"/>
              <a:ea typeface="Calibri" panose="020F0502020204030204" pitchFamily="34" charset="0"/>
              <a:cs typeface="Calibri" panose="020F0502020204030204" pitchFamily="34" charset="0"/>
            </a:endParaRPr>
          </a:p>
          <a:p>
            <a:pPr marL="171450" lvl="0" indent="-171450">
              <a:buFont typeface="Arial" panose="020B0604020202020204" pitchFamily="34" charset="0"/>
              <a:buChar char="•"/>
            </a:pPr>
            <a:r>
              <a:rPr lang="en-US" sz="1400">
                <a:latin typeface="Calibri"/>
                <a:ea typeface="Calibri"/>
                <a:cs typeface="Calibri"/>
              </a:rPr>
              <a:t>Data Engineer with 3+ years of hands-on experience in designing and maintaining data pipelines, ETL processes, and cloud-based architectures on Microsoft Azure. </a:t>
            </a:r>
          </a:p>
          <a:p>
            <a:pPr lvl="0"/>
            <a:endParaRPr lang="en-IN" sz="140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400">
                <a:latin typeface="Calibri"/>
                <a:ea typeface="Calibri"/>
                <a:cs typeface="Calibri"/>
              </a:rPr>
              <a:t>Proficient in SQL, and data modelling concepts including star schema and SCD patterns. </a:t>
            </a:r>
          </a:p>
          <a:p>
            <a:pPr lvl="0"/>
            <a:endParaRPr lang="en-US" sz="140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400">
                <a:latin typeface="Calibri"/>
                <a:ea typeface="Calibri"/>
                <a:cs typeface="Calibri"/>
              </a:rPr>
              <a:t>Skilled in end-to-end project implementation and delivery of enterprise solutions in Data Warehousing and Data Integration landscapes using Azure Data Factory, Azure Synapse, and Microsoft Fabric. </a:t>
            </a:r>
          </a:p>
          <a:p>
            <a:pPr lvl="0"/>
            <a:endParaRPr lang="en-IN" sz="1400">
              <a:latin typeface="Calibri" panose="020F0502020204030204" pitchFamily="34" charset="0"/>
              <a:ea typeface="Calibri" panose="020F0502020204030204" pitchFamily="34" charset="0"/>
              <a:cs typeface="Calibri" panose="020F0502020204030204" pitchFamily="34" charset="0"/>
            </a:endParaRPr>
          </a:p>
          <a:p>
            <a:pPr marL="171450" lvl="0" indent="-171450">
              <a:buFont typeface="Arial" panose="020B0604020202020204" pitchFamily="34" charset="0"/>
              <a:buChar char="•"/>
            </a:pPr>
            <a:r>
              <a:rPr lang="en-US" sz="1400">
                <a:latin typeface="Calibri"/>
                <a:ea typeface="Calibri"/>
                <a:cs typeface="Calibri"/>
              </a:rPr>
              <a:t>Experienced in collaborating with analysts and data scientists to translate data requirements into reliable, production-grade pipelines. Holds 2 Microsoft certifications including DP-700.</a:t>
            </a:r>
          </a:p>
          <a:p>
            <a:pPr marL="171450" indent="-171450">
              <a:buFont typeface="Arial" panose="020B0604020202020204" pitchFamily="34" charset="0"/>
              <a:buChar char="•"/>
            </a:pPr>
            <a:endParaRPr lang="en-US" sz="1400">
              <a:latin typeface="Calibri"/>
              <a:ea typeface="Calibri"/>
              <a:cs typeface="Calibri"/>
            </a:endParaRPr>
          </a:p>
          <a:p>
            <a:pPr marL="285750" indent="-285750">
              <a:buFont typeface="Arial" panose="020B0604020202020204" pitchFamily="34" charset="0"/>
              <a:buChar char="•"/>
            </a:pPr>
            <a:r>
              <a:rPr lang="en-US" sz="1400">
                <a:latin typeface="Calibri"/>
                <a:ea typeface="Calibri"/>
                <a:cs typeface="Calibri"/>
              </a:rPr>
              <a:t>Demonstrated ability to communicate effectively, resolve complex issues, and collaborate across teams, supported by strong interpersonal skills and a self-motivated approach in achieving goals.</a:t>
            </a:r>
          </a:p>
          <a:p>
            <a:pPr marL="171450" indent="-171450">
              <a:buFont typeface="Arial" panose="020B0604020202020204" pitchFamily="34" charset="0"/>
              <a:buChar char="•"/>
            </a:pPr>
            <a:endParaRPr lang="en-US" sz="1400">
              <a:latin typeface="Calibri"/>
              <a:ea typeface="Calibri"/>
              <a:cs typeface="Calibri"/>
            </a:endParaRPr>
          </a:p>
          <a:p>
            <a:endParaRPr lang="en-US" sz="1100"/>
          </a:p>
        </p:txBody>
      </p:sp>
      <p:sp>
        <p:nvSpPr>
          <p:cNvPr id="25" name="Shape 10">
            <a:extLst>
              <a:ext uri="{FF2B5EF4-FFF2-40B4-BE49-F238E27FC236}">
                <a16:creationId xmlns:a16="http://schemas.microsoft.com/office/drawing/2014/main" id="{BAC81CFF-8D35-1103-D4B0-4CDBD104D199}"/>
              </a:ext>
            </a:extLst>
          </p:cNvPr>
          <p:cNvSpPr/>
          <p:nvPr/>
        </p:nvSpPr>
        <p:spPr>
          <a:xfrm>
            <a:off x="7086600" y="1234440"/>
            <a:ext cx="4800600" cy="295351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F3AC1113-ACEC-3F9E-19E2-C42A85AD033D}"/>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TECHNICAL SKILLS</a:t>
            </a:r>
            <a:endParaRPr lang="en-US" sz="1600"/>
          </a:p>
        </p:txBody>
      </p:sp>
      <p:sp>
        <p:nvSpPr>
          <p:cNvPr id="29" name="Shape 12">
            <a:extLst>
              <a:ext uri="{FF2B5EF4-FFF2-40B4-BE49-F238E27FC236}">
                <a16:creationId xmlns:a16="http://schemas.microsoft.com/office/drawing/2014/main" id="{6FEB4DA5-CAB2-F795-3800-DE52C2246AEF}"/>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CC55DBF6-C048-3A27-EA9B-EEAAAD2CEB35}"/>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5" name="Text 15">
            <a:extLst>
              <a:ext uri="{FF2B5EF4-FFF2-40B4-BE49-F238E27FC236}">
                <a16:creationId xmlns:a16="http://schemas.microsoft.com/office/drawing/2014/main" id="{D9A81992-3E76-3C6B-D079-EB4721DDB37C}"/>
              </a:ext>
            </a:extLst>
          </p:cNvPr>
          <p:cNvSpPr txBox="1"/>
          <p:nvPr/>
        </p:nvSpPr>
        <p:spPr>
          <a:xfrm>
            <a:off x="7086600" y="4458398"/>
            <a:ext cx="4636008" cy="659386"/>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EDUCATION &amp; CERTIFICATIONS</a:t>
            </a:r>
            <a:endParaRPr lang="en-US" sz="1600"/>
          </a:p>
        </p:txBody>
      </p:sp>
      <p:sp>
        <p:nvSpPr>
          <p:cNvPr id="37" name="Text 16">
            <a:extLst>
              <a:ext uri="{FF2B5EF4-FFF2-40B4-BE49-F238E27FC236}">
                <a16:creationId xmlns:a16="http://schemas.microsoft.com/office/drawing/2014/main" id="{E9EF57BD-1D2F-16AC-6D1B-AD4CB85F40E2}"/>
              </a:ext>
            </a:extLst>
          </p:cNvPr>
          <p:cNvSpPr txBox="1"/>
          <p:nvPr/>
        </p:nvSpPr>
        <p:spPr>
          <a:xfrm>
            <a:off x="7086600" y="5109249"/>
            <a:ext cx="4407408" cy="1146455"/>
          </a:xfrm>
          <a:prstGeom prst="rect">
            <a:avLst/>
          </a:prstGeom>
          <a:noFill/>
          <a:ln/>
        </p:spPr>
        <p:txBody>
          <a:bodyPr wrap="square" lIns="0" tIns="0" rIns="0" bIns="0" rtlCol="0" anchor="t"/>
          <a:lstStyle/>
          <a:p>
            <a:r>
              <a:rPr lang="en-US" sz="1400" err="1">
                <a:latin typeface="Calibri" panose="020F0502020204030204" pitchFamily="34" charset="0"/>
                <a:ea typeface="Calibri" panose="020F0502020204030204" pitchFamily="34" charset="0"/>
                <a:cs typeface="Calibri" panose="020F0502020204030204" pitchFamily="34" charset="0"/>
              </a:rPr>
              <a:t>B.Tech</a:t>
            </a:r>
            <a:r>
              <a:rPr lang="en-US" sz="1400">
                <a:latin typeface="Calibri" panose="020F0502020204030204" pitchFamily="34" charset="0"/>
                <a:ea typeface="Calibri" panose="020F0502020204030204" pitchFamily="34" charset="0"/>
                <a:cs typeface="Calibri" panose="020F0502020204030204" pitchFamily="34" charset="0"/>
              </a:rPr>
              <a:t> in EEE — G. Narayanamma Institute of Technology &amp; Sciences, Hyderabad, India | Aug 2018 – Aug 2022 | GPA: 8.2</a:t>
            </a:r>
          </a:p>
          <a:p>
            <a:endParaRPr lang="en-US" sz="1400">
              <a:latin typeface="Calibri" panose="020F0502020204030204" pitchFamily="34" charset="0"/>
              <a:ea typeface="Calibri" panose="020F0502020204030204" pitchFamily="34" charset="0"/>
              <a:cs typeface="Calibri" panose="020F0502020204030204" pitchFamily="34" charset="0"/>
            </a:endParaRPr>
          </a:p>
          <a:p>
            <a:r>
              <a:rPr lang="en-US" sz="1400">
                <a:latin typeface="Calibri" panose="020F0502020204030204" pitchFamily="34" charset="0"/>
                <a:ea typeface="Calibri" panose="020F0502020204030204" pitchFamily="34" charset="0"/>
                <a:cs typeface="Calibri" panose="020F0502020204030204" pitchFamily="34" charset="0"/>
              </a:rPr>
              <a:t>Fabric Data Engineer Associate, Microsoft (DP-700) </a:t>
            </a:r>
            <a:endParaRPr lang="en-IN" sz="1400">
              <a:latin typeface="Calibri" panose="020F0502020204030204" pitchFamily="34" charset="0"/>
              <a:ea typeface="Calibri" panose="020F0502020204030204" pitchFamily="34" charset="0"/>
              <a:cs typeface="Calibri" panose="020F0502020204030204" pitchFamily="34" charset="0"/>
            </a:endParaRPr>
          </a:p>
          <a:p>
            <a:r>
              <a:rPr lang="en-US" sz="1400">
                <a:latin typeface="Calibri" panose="020F0502020204030204" pitchFamily="34" charset="0"/>
                <a:ea typeface="Calibri" panose="020F0502020204030204" pitchFamily="34" charset="0"/>
                <a:cs typeface="Calibri" panose="020F0502020204030204" pitchFamily="34" charset="0"/>
              </a:rPr>
              <a:t>Databricks Certified Data Engineer Associate, Issued by: Databricks</a:t>
            </a:r>
            <a:endParaRPr lang="en-IN" sz="1400">
              <a:latin typeface="Calibri" panose="020F0502020204030204" pitchFamily="34" charset="0"/>
              <a:ea typeface="Calibri" panose="020F0502020204030204" pitchFamily="34" charset="0"/>
              <a:cs typeface="Calibri" panose="020F0502020204030204" pitchFamily="34" charset="0"/>
            </a:endParaRPr>
          </a:p>
        </p:txBody>
      </p:sp>
      <p:sp>
        <p:nvSpPr>
          <p:cNvPr id="39" name="Shape 17">
            <a:extLst>
              <a:ext uri="{FF2B5EF4-FFF2-40B4-BE49-F238E27FC236}">
                <a16:creationId xmlns:a16="http://schemas.microsoft.com/office/drawing/2014/main" id="{D5E3759B-46DF-85D9-BF57-4F8442FA3A48}"/>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0DB9329B-ABCD-A360-24C4-7680B9F4F213}"/>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63D0C35B-2367-8B64-51E3-2531EA3A4D95}"/>
              </a:ext>
            </a:extLst>
          </p:cNvPr>
          <p:cNvSpPr txBox="1"/>
          <p:nvPr/>
        </p:nvSpPr>
        <p:spPr>
          <a:xfrm>
            <a:off x="7178040" y="1642047"/>
            <a:ext cx="437997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lvl="0"/>
            <a:r>
              <a:rPr lang="en-US" sz="1400">
                <a:latin typeface="Calibri" panose="020F0502020204030204" pitchFamily="34" charset="0"/>
                <a:ea typeface="Calibri" panose="020F0502020204030204" pitchFamily="34" charset="0"/>
                <a:cs typeface="Calibri" panose="020F0502020204030204" pitchFamily="34" charset="0"/>
              </a:rPr>
              <a:t>Microsoft Azure – Azure Data Factory, Azure Databricks, Azure Synapse Analytics, Azure Data Lake Storage Gen2, Azure Blob Storage. </a:t>
            </a:r>
          </a:p>
          <a:p>
            <a:pPr lvl="0"/>
            <a:endParaRPr lang="en-US" sz="1400">
              <a:latin typeface="Calibri" panose="020F0502020204030204" pitchFamily="34" charset="0"/>
              <a:ea typeface="Calibri" panose="020F0502020204030204" pitchFamily="34" charset="0"/>
              <a:cs typeface="Calibri" panose="020F0502020204030204" pitchFamily="34" charset="0"/>
            </a:endParaRPr>
          </a:p>
          <a:p>
            <a:pPr lvl="0"/>
            <a:r>
              <a:rPr lang="en-US" sz="1400">
                <a:latin typeface="Calibri" panose="020F0502020204030204" pitchFamily="34" charset="0"/>
                <a:ea typeface="Calibri" panose="020F0502020204030204" pitchFamily="34" charset="0"/>
                <a:cs typeface="Calibri" panose="020F0502020204030204" pitchFamily="34" charset="0"/>
              </a:rPr>
              <a:t>Microsoft Fabric – Fabric Data Factory, Lakehouse, Warehouse, Notebooks, SQL Endpoint </a:t>
            </a:r>
          </a:p>
          <a:p>
            <a:pPr lvl="0"/>
            <a:endParaRPr lang="en-IN" sz="1400">
              <a:latin typeface="Calibri" panose="020F0502020204030204" pitchFamily="34" charset="0"/>
              <a:ea typeface="Calibri" panose="020F0502020204030204" pitchFamily="34" charset="0"/>
              <a:cs typeface="Calibri" panose="020F0502020204030204" pitchFamily="34" charset="0"/>
            </a:endParaRPr>
          </a:p>
          <a:p>
            <a:pPr lvl="0"/>
            <a:r>
              <a:rPr lang="en-US" sz="1400">
                <a:latin typeface="Calibri" panose="020F0502020204030204" pitchFamily="34" charset="0"/>
                <a:ea typeface="Calibri" panose="020F0502020204030204" pitchFamily="34" charset="0"/>
                <a:cs typeface="Calibri" panose="020F0502020204030204" pitchFamily="34" charset="0"/>
              </a:rPr>
              <a:t>Data Modelling: Dimensional Modelling (Star &amp; Snowflake Schema), SCD Type 1 &amp; 2, OLTP to OLAP, Relational Databases </a:t>
            </a:r>
            <a:endParaRPr lang="en-IN" sz="1400">
              <a:latin typeface="Calibri" panose="020F0502020204030204" pitchFamily="34" charset="0"/>
              <a:ea typeface="Calibri" panose="020F0502020204030204" pitchFamily="34" charset="0"/>
              <a:cs typeface="Calibri" panose="020F0502020204030204" pitchFamily="34" charset="0"/>
            </a:endParaRPr>
          </a:p>
          <a:p>
            <a:pPr>
              <a:buSzPct val="100000"/>
            </a:pPr>
            <a:endParaRPr lang="en-US" sz="800">
              <a:ea typeface="+mn-lt"/>
              <a:cs typeface="+mn-lt"/>
            </a:endParaRPr>
          </a:p>
          <a:p>
            <a:pPr>
              <a:buSzPct val="100000"/>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6BD66D8A-791C-D033-BDDA-5C835BE1051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7800" y="2701673"/>
            <a:ext cx="1796224" cy="2293365"/>
          </a:xfrm>
          <a:prstGeom prst="rect">
            <a:avLst/>
          </a:prstGeom>
        </p:spPr>
      </p:pic>
    </p:spTree>
    <p:extLst>
      <p:ext uri="{BB962C8B-B14F-4D97-AF65-F5344CB8AC3E}">
        <p14:creationId xmlns:p14="http://schemas.microsoft.com/office/powerpoint/2010/main" val="2926458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61020-2F9B-6B4F-D991-EC9B79DCB9CB}"/>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277CE2EA-76BA-A7BE-1630-94EB27C785DE}"/>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01E4F84C-388B-182A-CEBB-BB2F2080116E}"/>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78B5CC6E-3DDF-2BFD-D801-E007E2B3656F}"/>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5A288676-8C0F-CBC5-B5B6-6F7FCE83245F}"/>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497D9C93-0F3C-25D0-4EEB-CE7AE43957BF}"/>
              </a:ext>
            </a:extLst>
          </p:cNvPr>
          <p:cNvSpPr txBox="1"/>
          <p:nvPr/>
        </p:nvSpPr>
        <p:spPr>
          <a:xfrm>
            <a:off x="320040" y="1920238"/>
            <a:ext cx="1527048" cy="274321"/>
          </a:xfrm>
          <a:prstGeom prst="rect">
            <a:avLst/>
          </a:prstGeom>
          <a:noFill/>
          <a:ln/>
        </p:spPr>
        <p:txBody>
          <a:bodyPr wrap="square" lIns="0" tIns="0" rIns="0" bIns="0" rtlCol="0" anchor="ctr"/>
          <a:lstStyle/>
          <a:p>
            <a:r>
              <a:rPr lang="en-US" b="1">
                <a:solidFill>
                  <a:srgbClr val="0253D2"/>
                </a:solidFill>
                <a:latin typeface="Calibri"/>
                <a:ea typeface="Calibri"/>
                <a:cs typeface="Calibri"/>
              </a:rPr>
              <a:t>Praveen Kumar Jonnalagadda</a:t>
            </a:r>
            <a:endParaRPr lang="en-US" b="1">
              <a:solidFill>
                <a:srgbClr val="0253D2"/>
              </a:solidFill>
              <a:latin typeface="Calibri" pitchFamily="34" charset="0"/>
              <a:ea typeface="Calibri" pitchFamily="34" charset="-122"/>
              <a:cs typeface="Calibri" pitchFamily="34" charset="-120"/>
            </a:endParaRPr>
          </a:p>
          <a:p>
            <a:pPr marL="0" indent="0">
              <a:buNone/>
            </a:pPr>
            <a:endParaRPr lang="en-US" sz="1800" b="1">
              <a:solidFill>
                <a:srgbClr val="0253D2"/>
              </a:solidFill>
              <a:latin typeface="Calibri"/>
              <a:ea typeface="Calibri"/>
              <a:cs typeface="Calibri"/>
            </a:endParaRPr>
          </a:p>
          <a:p>
            <a:r>
              <a:rPr lang="en-US" b="1">
                <a:latin typeface="Calibri"/>
                <a:ea typeface="Calibri"/>
                <a:cs typeface="Calibri"/>
              </a:rPr>
              <a:t>Data Engineer</a:t>
            </a:r>
          </a:p>
          <a:p>
            <a:endParaRPr lang="en-US"/>
          </a:p>
        </p:txBody>
      </p:sp>
      <p:sp>
        <p:nvSpPr>
          <p:cNvPr id="17" name="Shape 5">
            <a:extLst>
              <a:ext uri="{FF2B5EF4-FFF2-40B4-BE49-F238E27FC236}">
                <a16:creationId xmlns:a16="http://schemas.microsoft.com/office/drawing/2014/main" id="{BFCC0B5B-7D57-FA6C-E616-1BE256668B09}"/>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A55ED5F5-DAD8-2D41-0E0F-9589C01AC8C4}"/>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SUMMARY</a:t>
            </a:r>
            <a:endParaRPr lang="en-US" sz="1600"/>
          </a:p>
        </p:txBody>
      </p:sp>
      <p:sp>
        <p:nvSpPr>
          <p:cNvPr id="21" name="Shape 7">
            <a:extLst>
              <a:ext uri="{FF2B5EF4-FFF2-40B4-BE49-F238E27FC236}">
                <a16:creationId xmlns:a16="http://schemas.microsoft.com/office/drawing/2014/main" id="{B2023514-8010-4CD5-EF86-293435DDE653}"/>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CC7FDCDB-27A2-BFA8-A8BD-5FEFC6B253E9}"/>
              </a:ext>
            </a:extLst>
          </p:cNvPr>
          <p:cNvSpPr txBox="1"/>
          <p:nvPr/>
        </p:nvSpPr>
        <p:spPr>
          <a:xfrm>
            <a:off x="2331720" y="1645920"/>
            <a:ext cx="4321048" cy="4683760"/>
          </a:xfrm>
          <a:prstGeom prst="rect">
            <a:avLst/>
          </a:prstGeom>
          <a:noFill/>
          <a:ln/>
        </p:spPr>
        <p:txBody>
          <a:bodyPr wrap="square" lIns="0" tIns="0" rIns="0" bIns="0" rtlCol="0" anchor="t"/>
          <a:lstStyle/>
          <a:p>
            <a:endParaRPr lang="en-IN" sz="120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400">
                <a:latin typeface="Calibri"/>
                <a:ea typeface="Calibri"/>
                <a:cs typeface="Calibri"/>
              </a:rPr>
              <a:t>3.3+ years of experience as a Data Engineer with hands-on work in Azure Databricks, ADF, </a:t>
            </a:r>
            <a:r>
              <a:rPr lang="en-US" sz="1400" err="1">
                <a:latin typeface="Calibri"/>
                <a:ea typeface="Calibri"/>
                <a:cs typeface="Calibri"/>
              </a:rPr>
              <a:t>PySpark</a:t>
            </a:r>
            <a:r>
              <a:rPr lang="en-US" sz="1400">
                <a:latin typeface="Calibri"/>
                <a:ea typeface="Calibri"/>
                <a:cs typeface="Calibri"/>
              </a:rPr>
              <a:t>, SQL and Azure-based data pipelines.</a:t>
            </a:r>
            <a:endParaRPr lang="en-IN" sz="1400">
              <a:latin typeface="Calibri"/>
              <a:ea typeface="Calibri"/>
              <a:cs typeface="Calibri"/>
            </a:endParaRPr>
          </a:p>
          <a:p>
            <a:pPr>
              <a:buFont typeface="Arial" panose="020B0604020202020204" pitchFamily="34" charset="0"/>
              <a:buChar char="•"/>
            </a:pPr>
            <a:r>
              <a:rPr lang="en-US" sz="1400">
                <a:latin typeface="Calibri"/>
                <a:ea typeface="Calibri"/>
                <a:cs typeface="Calibri"/>
              </a:rPr>
              <a:t>Experienced in building, validating, and optimizing ETL workflows for large and sensitive datasets, with strong focus on data quality, reconciliation, and reliable end-to-end delivery.</a:t>
            </a:r>
          </a:p>
          <a:p>
            <a:pPr>
              <a:buFont typeface="Arial" panose="020B0604020202020204" pitchFamily="34" charset="0"/>
              <a:buChar char="•"/>
            </a:pPr>
            <a:r>
              <a:rPr lang="en-US" sz="1400">
                <a:latin typeface="Calibri"/>
                <a:ea typeface="Calibri"/>
                <a:cs typeface="Calibri"/>
              </a:rPr>
              <a:t>Skilled in developing scalable transformations using Databricks notebooks, Delta Lake, Azure Data Factory, Azure Data Lake Storage, and Azure SQL for batch data processing.</a:t>
            </a:r>
            <a:endParaRPr lang="en-IN" sz="1400">
              <a:latin typeface="Calibri"/>
              <a:ea typeface="Calibri"/>
              <a:cs typeface="Calibri"/>
            </a:endParaRPr>
          </a:p>
          <a:p>
            <a:pPr>
              <a:buFont typeface="Arial" panose="020B0604020202020204" pitchFamily="34" charset="0"/>
              <a:buChar char="•"/>
            </a:pPr>
            <a:r>
              <a:rPr lang="en-US" sz="1400">
                <a:latin typeface="Calibri"/>
                <a:ea typeface="Calibri"/>
                <a:cs typeface="Calibri"/>
              </a:rPr>
              <a:t>Strong background in healthcare domain data ,e-commerce and migration-style workflows, with the ability to adapt quickly to P&amp;C insurance concepts such as claims, policy, billing, and downstream validation.</a:t>
            </a:r>
          </a:p>
          <a:p>
            <a:pPr>
              <a:buFont typeface="Arial" panose="020B0604020202020204" pitchFamily="34" charset="0"/>
              <a:buChar char="•"/>
            </a:pPr>
            <a:r>
              <a:rPr lang="en-US" sz="1400">
                <a:latin typeface="Calibri"/>
                <a:ea typeface="Calibri"/>
                <a:cs typeface="Calibri"/>
              </a:rPr>
              <a:t>Effective communicator with the ability to work independently and collaborate with business, QA, and technical teams in fast-paced delivery environments.</a:t>
            </a:r>
          </a:p>
          <a:p>
            <a:pPr>
              <a:buFont typeface="Arial" panose="020B0604020202020204" pitchFamily="34" charset="0"/>
              <a:buChar char="•"/>
            </a:pPr>
            <a:r>
              <a:rPr lang="en-US" sz="1400">
                <a:latin typeface="Calibri"/>
                <a:ea typeface="Calibri"/>
                <a:cs typeface="Calibri"/>
              </a:rPr>
              <a:t>Good knowledge of P&amp;C Insurance domain with exposure to financial data</a:t>
            </a:r>
          </a:p>
          <a:p>
            <a:pPr marL="171450" indent="-171450">
              <a:buFont typeface="Arial" panose="020B0604020202020204" pitchFamily="34" charset="0"/>
              <a:buChar char="•"/>
            </a:pPr>
            <a:endParaRPr lang="en-US" sz="1400">
              <a:latin typeface="Calibri"/>
              <a:ea typeface="Calibri"/>
              <a:cs typeface="Calibri"/>
            </a:endParaRPr>
          </a:p>
          <a:p>
            <a:pPr marL="171450" indent="-171450">
              <a:buFont typeface="Arial" panose="020B0604020202020204" pitchFamily="34" charset="0"/>
              <a:buChar char="•"/>
            </a:pPr>
            <a:endParaRPr lang="en-US" sz="1400">
              <a:latin typeface="Calibri"/>
              <a:ea typeface="Calibri"/>
              <a:cs typeface="Calibri"/>
            </a:endParaRPr>
          </a:p>
          <a:p>
            <a:endParaRPr lang="en-US" sz="1100"/>
          </a:p>
        </p:txBody>
      </p:sp>
      <p:sp>
        <p:nvSpPr>
          <p:cNvPr id="25" name="Shape 10">
            <a:extLst>
              <a:ext uri="{FF2B5EF4-FFF2-40B4-BE49-F238E27FC236}">
                <a16:creationId xmlns:a16="http://schemas.microsoft.com/office/drawing/2014/main" id="{BDC8B4A2-15E0-0035-7923-8B74E6C9CA14}"/>
              </a:ext>
            </a:extLst>
          </p:cNvPr>
          <p:cNvSpPr/>
          <p:nvPr/>
        </p:nvSpPr>
        <p:spPr>
          <a:xfrm>
            <a:off x="7086600" y="1234440"/>
            <a:ext cx="4800600" cy="295351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4C3D25B6-A7A6-8532-EE44-BC9D041D4771}"/>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TECHNICAL SKILLS</a:t>
            </a:r>
            <a:endParaRPr lang="en-US" sz="1600"/>
          </a:p>
        </p:txBody>
      </p:sp>
      <p:sp>
        <p:nvSpPr>
          <p:cNvPr id="29" name="Shape 12">
            <a:extLst>
              <a:ext uri="{FF2B5EF4-FFF2-40B4-BE49-F238E27FC236}">
                <a16:creationId xmlns:a16="http://schemas.microsoft.com/office/drawing/2014/main" id="{79901FFF-7449-D564-63E6-E8364B3A9B5D}"/>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3D9CC26-9E60-7996-9EEB-AB5DDCAF4F82}"/>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5" name="Text 15">
            <a:extLst>
              <a:ext uri="{FF2B5EF4-FFF2-40B4-BE49-F238E27FC236}">
                <a16:creationId xmlns:a16="http://schemas.microsoft.com/office/drawing/2014/main" id="{16616EED-1CEF-28E2-36A4-90ED335DDF1D}"/>
              </a:ext>
            </a:extLst>
          </p:cNvPr>
          <p:cNvSpPr txBox="1"/>
          <p:nvPr/>
        </p:nvSpPr>
        <p:spPr>
          <a:xfrm>
            <a:off x="7086600" y="4458398"/>
            <a:ext cx="4636008" cy="659386"/>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EDUCATION &amp; CERTIFICATIONS</a:t>
            </a:r>
            <a:endParaRPr lang="en-US" sz="1600"/>
          </a:p>
        </p:txBody>
      </p:sp>
      <p:sp>
        <p:nvSpPr>
          <p:cNvPr id="37" name="Text 16">
            <a:extLst>
              <a:ext uri="{FF2B5EF4-FFF2-40B4-BE49-F238E27FC236}">
                <a16:creationId xmlns:a16="http://schemas.microsoft.com/office/drawing/2014/main" id="{09F3CDAA-B60E-03AD-67E6-F321D6468EAB}"/>
              </a:ext>
            </a:extLst>
          </p:cNvPr>
          <p:cNvSpPr txBox="1"/>
          <p:nvPr/>
        </p:nvSpPr>
        <p:spPr>
          <a:xfrm>
            <a:off x="7253614" y="5119687"/>
            <a:ext cx="4407408" cy="1146455"/>
          </a:xfrm>
          <a:prstGeom prst="rect">
            <a:avLst/>
          </a:prstGeom>
          <a:noFill/>
          <a:ln/>
        </p:spPr>
        <p:txBody>
          <a:bodyPr wrap="square" lIns="0" tIns="0" rIns="0" bIns="0" rtlCol="0" anchor="t"/>
          <a:lstStyle/>
          <a:p>
            <a:r>
              <a:rPr lang="en-US" sz="1400" err="1">
                <a:latin typeface="Calibri"/>
                <a:ea typeface="Calibri"/>
                <a:cs typeface="Calibri"/>
              </a:rPr>
              <a:t>B.Tech</a:t>
            </a:r>
            <a:r>
              <a:rPr lang="en-US" sz="1400">
                <a:latin typeface="Calibri"/>
                <a:ea typeface="Calibri"/>
                <a:cs typeface="Calibri"/>
              </a:rPr>
              <a:t> in CSE — Vel Tech University ,</a:t>
            </a:r>
            <a:r>
              <a:rPr lang="en-US" sz="1400" err="1">
                <a:latin typeface="Calibri"/>
                <a:ea typeface="Calibri"/>
                <a:cs typeface="Calibri"/>
              </a:rPr>
              <a:t>Chennai,India</a:t>
            </a:r>
            <a:r>
              <a:rPr lang="en-US" sz="1400">
                <a:latin typeface="Calibri"/>
                <a:ea typeface="Calibri"/>
                <a:cs typeface="Calibri"/>
              </a:rPr>
              <a:t> | Jun 2019 – jun2 023</a:t>
            </a:r>
          </a:p>
          <a:p>
            <a:endParaRPr lang="en-US" sz="140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a:buChar char="•"/>
            </a:pPr>
            <a:r>
              <a:rPr lang="en-US" sz="1400" b="1">
                <a:latin typeface="Segoe UI"/>
                <a:ea typeface="Calibri"/>
                <a:cs typeface="Segoe UI"/>
              </a:rPr>
              <a:t>Databricks Certified Data Engineer Associate</a:t>
            </a:r>
            <a:endParaRPr lang="en-US" sz="1400"/>
          </a:p>
          <a:p>
            <a:pPr marL="285750" indent="-285750">
              <a:buFont typeface="Arial"/>
              <a:buChar char="•"/>
            </a:pPr>
            <a:r>
              <a:rPr lang="en-US" sz="1400" b="1">
                <a:latin typeface="Segoe UI"/>
                <a:ea typeface="Calibri"/>
                <a:cs typeface="Segoe UI"/>
              </a:rPr>
              <a:t>Databricks Certified Data Engineer Professional</a:t>
            </a:r>
            <a:endParaRPr lang="en-US" sz="1400"/>
          </a:p>
          <a:p>
            <a:endParaRPr lang="en-US" sz="1400">
              <a:latin typeface="Calibri"/>
              <a:ea typeface="Calibri"/>
              <a:cs typeface="Calibri"/>
            </a:endParaRPr>
          </a:p>
        </p:txBody>
      </p:sp>
      <p:sp>
        <p:nvSpPr>
          <p:cNvPr id="39" name="Shape 17">
            <a:extLst>
              <a:ext uri="{FF2B5EF4-FFF2-40B4-BE49-F238E27FC236}">
                <a16:creationId xmlns:a16="http://schemas.microsoft.com/office/drawing/2014/main" id="{7410312A-EF01-46D6-381B-86E9E1A09A48}"/>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08594A20-70A5-256C-CABC-5E4267C1910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A7B22E18-2F11-FE0A-AA32-AC63DCB533A4}"/>
              </a:ext>
            </a:extLst>
          </p:cNvPr>
          <p:cNvSpPr txBox="1"/>
          <p:nvPr/>
        </p:nvSpPr>
        <p:spPr>
          <a:xfrm>
            <a:off x="7178040" y="1642047"/>
            <a:ext cx="437997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lvl="0"/>
            <a:r>
              <a:rPr lang="en-US" sz="1400">
                <a:latin typeface="Calibri"/>
                <a:ea typeface="Calibri"/>
                <a:cs typeface="Calibri"/>
              </a:rPr>
              <a:t>Microsoft Azure – Azure Data Factory, Azure Databricks, Azure Synapse Analytics, Azure Data Lake Storage Gen2, Azure Blob Storage. </a:t>
            </a:r>
          </a:p>
          <a:p>
            <a:br>
              <a:rPr lang="en-US" sz="1400">
                <a:latin typeface="Calibri" panose="020F0502020204030204" pitchFamily="34" charset="0"/>
                <a:ea typeface="Calibri" panose="020F0502020204030204" pitchFamily="34" charset="0"/>
                <a:cs typeface="Calibri" panose="020F0502020204030204" pitchFamily="34" charset="0"/>
              </a:rPr>
            </a:br>
            <a:endParaRPr lang="en-US" sz="1400">
              <a:latin typeface="Calibri" panose="020F0502020204030204" pitchFamily="34" charset="0"/>
              <a:ea typeface="Calibri" panose="020F0502020204030204" pitchFamily="34" charset="0"/>
              <a:cs typeface="Calibri" panose="020F0502020204030204" pitchFamily="34" charset="0"/>
            </a:endParaRPr>
          </a:p>
          <a:p>
            <a:pPr lvl="0">
              <a:buSzPct val="100000"/>
            </a:pPr>
            <a:endParaRPr lang="en-US" sz="800">
              <a:ea typeface="+mn-lt"/>
              <a:cs typeface="+mn-lt"/>
            </a:endParaRPr>
          </a:p>
          <a:p>
            <a:pPr>
              <a:buSzPct val="100000"/>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E78AA642-8D02-B552-08E2-8FF966F65A1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5900" y="2701673"/>
            <a:ext cx="1720023" cy="2293365"/>
          </a:xfrm>
          <a:prstGeom prst="rect">
            <a:avLst/>
          </a:prstGeom>
        </p:spPr>
      </p:pic>
    </p:spTree>
    <p:extLst>
      <p:ext uri="{BB962C8B-B14F-4D97-AF65-F5344CB8AC3E}">
        <p14:creationId xmlns:p14="http://schemas.microsoft.com/office/powerpoint/2010/main" val="3933728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A1F3D-81AC-B621-248D-FC41D1FDA34B}"/>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8D220864-CF21-2366-1A78-6BD250B5FFE7}"/>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C3B1802F-CBAD-0528-2B87-90D0FED5E30D}"/>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CAAAFF47-7D1A-7D1E-5C8A-69A32A9EFC7B}"/>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2FBAAC67-846D-D06C-94E8-083AFE5D29F0}"/>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9C96650F-0E34-AC4A-740F-9850D6D5AD43}"/>
              </a:ext>
            </a:extLst>
          </p:cNvPr>
          <p:cNvSpPr txBox="1"/>
          <p:nvPr/>
        </p:nvSpPr>
        <p:spPr>
          <a:xfrm>
            <a:off x="320040" y="1920238"/>
            <a:ext cx="1527048" cy="274321"/>
          </a:xfrm>
          <a:prstGeom prst="rect">
            <a:avLst/>
          </a:prstGeom>
          <a:noFill/>
          <a:ln/>
        </p:spPr>
        <p:txBody>
          <a:bodyPr wrap="square" lIns="0" tIns="0" rIns="0" bIns="0" rtlCol="0" anchor="ctr"/>
          <a:lstStyle/>
          <a:p>
            <a:r>
              <a:rPr lang="en-US" b="1">
                <a:solidFill>
                  <a:srgbClr val="0253D2"/>
                </a:solidFill>
                <a:latin typeface="Calibri"/>
                <a:ea typeface="Calibri"/>
                <a:cs typeface="Calibri"/>
              </a:rPr>
              <a:t>Aswin Murugan</a:t>
            </a:r>
            <a:endParaRPr lang="en-US"/>
          </a:p>
          <a:p>
            <a:pPr marL="0" indent="0">
              <a:buNone/>
            </a:pPr>
            <a:endParaRPr lang="en-US" b="1">
              <a:solidFill>
                <a:srgbClr val="0253D2"/>
              </a:solidFill>
              <a:latin typeface="Calibri" pitchFamily="34" charset="0"/>
              <a:ea typeface="Calibri" pitchFamily="34" charset="-122"/>
              <a:cs typeface="Calibri" pitchFamily="34" charset="-120"/>
            </a:endParaRPr>
          </a:p>
          <a:p>
            <a:pPr marL="0" indent="0">
              <a:buNone/>
            </a:pPr>
            <a:endParaRPr lang="en-US" sz="1800" b="1">
              <a:solidFill>
                <a:srgbClr val="0253D2"/>
              </a:solidFill>
              <a:latin typeface="Calibri"/>
              <a:ea typeface="Calibri"/>
              <a:cs typeface="Calibri"/>
            </a:endParaRPr>
          </a:p>
          <a:p>
            <a:r>
              <a:rPr lang="en-US" b="1">
                <a:latin typeface="Calibri"/>
                <a:ea typeface="Calibri"/>
                <a:cs typeface="Calibri"/>
              </a:rPr>
              <a:t>Data Engineer</a:t>
            </a:r>
          </a:p>
          <a:p>
            <a:endParaRPr lang="en-US"/>
          </a:p>
        </p:txBody>
      </p:sp>
      <p:sp>
        <p:nvSpPr>
          <p:cNvPr id="17" name="Shape 5">
            <a:extLst>
              <a:ext uri="{FF2B5EF4-FFF2-40B4-BE49-F238E27FC236}">
                <a16:creationId xmlns:a16="http://schemas.microsoft.com/office/drawing/2014/main" id="{32AE4587-9851-D126-83EE-44130B9B9C77}"/>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B22D1FD4-1BF7-3D04-204E-49A72E4C7D17}"/>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SUMMARY</a:t>
            </a:r>
            <a:endParaRPr lang="en-US" sz="1600"/>
          </a:p>
        </p:txBody>
      </p:sp>
      <p:sp>
        <p:nvSpPr>
          <p:cNvPr id="21" name="Shape 7">
            <a:extLst>
              <a:ext uri="{FF2B5EF4-FFF2-40B4-BE49-F238E27FC236}">
                <a16:creationId xmlns:a16="http://schemas.microsoft.com/office/drawing/2014/main" id="{13AECA3D-6815-E40F-9137-FBF093AA169C}"/>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C5664730-6AE5-2333-DCC6-7FC7B4DA6C0C}"/>
              </a:ext>
            </a:extLst>
          </p:cNvPr>
          <p:cNvSpPr txBox="1"/>
          <p:nvPr/>
        </p:nvSpPr>
        <p:spPr>
          <a:xfrm>
            <a:off x="2331720" y="1645920"/>
            <a:ext cx="4361688" cy="4663440"/>
          </a:xfrm>
          <a:prstGeom prst="rect">
            <a:avLst/>
          </a:prstGeom>
          <a:noFill/>
          <a:ln/>
        </p:spPr>
        <p:txBody>
          <a:bodyPr wrap="square" lIns="0" tIns="0" rIns="0" bIns="0" rtlCol="0" anchor="t"/>
          <a:lstStyle/>
          <a:p>
            <a:endParaRPr lang="en-IN" sz="1200">
              <a:latin typeface="Calibri" panose="020F0502020204030204" pitchFamily="34" charset="0"/>
              <a:ea typeface="Calibri" panose="020F0502020204030204" pitchFamily="34" charset="0"/>
              <a:cs typeface="Calibri" panose="020F0502020204030204" pitchFamily="34" charset="0"/>
            </a:endParaRPr>
          </a:p>
          <a:p>
            <a:pPr marL="285750" indent="-285750">
              <a:spcAft>
                <a:spcPts val="600"/>
              </a:spcAft>
              <a:buFont typeface="Arial"/>
              <a:buChar char="•"/>
            </a:pPr>
            <a:r>
              <a:rPr lang="en-US" sz="1400">
                <a:latin typeface="Calibri"/>
                <a:ea typeface="Calibri"/>
                <a:cs typeface="Calibri"/>
              </a:rPr>
              <a:t>Software Engineer with 1+ year of hands-on experience in working with data pipelines and Designing and building ontologies, and BI solutions on Microsoft Fabric and Databricks.</a:t>
            </a:r>
            <a:endParaRPr lang="en-US"/>
          </a:p>
          <a:p>
            <a:pPr marL="285750" indent="-285750">
              <a:spcAft>
                <a:spcPts val="600"/>
              </a:spcAft>
              <a:buFont typeface="Arial"/>
              <a:buChar char="•"/>
            </a:pPr>
            <a:r>
              <a:rPr lang="en-US" sz="1400">
                <a:latin typeface="Calibri"/>
                <a:ea typeface="Calibri"/>
                <a:cs typeface="Calibri"/>
              </a:rPr>
              <a:t>Proficient in Python, SQL, and </a:t>
            </a:r>
            <a:r>
              <a:rPr lang="en-US" sz="1400" err="1">
                <a:latin typeface="Calibri"/>
                <a:ea typeface="Calibri"/>
                <a:cs typeface="Calibri"/>
              </a:rPr>
              <a:t>PySpark</a:t>
            </a:r>
            <a:r>
              <a:rPr lang="en-US" sz="1400">
                <a:latin typeface="Calibri"/>
                <a:ea typeface="Calibri"/>
                <a:cs typeface="Calibri"/>
              </a:rPr>
              <a:t>, with working knowledge of data modeling concepts including medallion architecture (Bronze-Silver-Gold) and Delta Lake optimization.</a:t>
            </a:r>
            <a:endParaRPr lang="en-US"/>
          </a:p>
          <a:p>
            <a:pPr marL="285750" indent="-285750">
              <a:spcAft>
                <a:spcPts val="600"/>
              </a:spcAft>
              <a:buFont typeface="Arial"/>
              <a:buChar char="•"/>
            </a:pPr>
            <a:r>
              <a:rPr lang="en-US" sz="1400">
                <a:latin typeface="Calibri"/>
                <a:ea typeface="Calibri"/>
                <a:cs typeface="Calibri"/>
              </a:rPr>
              <a:t>Skilled in end-to-end implementation of ontology-drive data solutions and Power BI reporting, including building Fabric IQ ontologies, a Claims Pipeline Data Agent, and an OntoBricks-based insurance claims knowledge graph over P&amp;C Claims and Policy data.</a:t>
            </a:r>
            <a:endParaRPr lang="en-US"/>
          </a:p>
          <a:p>
            <a:pPr marL="285750" indent="-285750">
              <a:spcAft>
                <a:spcPts val="600"/>
              </a:spcAft>
              <a:buFont typeface="Arial"/>
              <a:buChar char="•"/>
            </a:pPr>
            <a:r>
              <a:rPr lang="en-US" sz="1400">
                <a:latin typeface="Calibri"/>
                <a:ea typeface="Calibri"/>
                <a:cs typeface="Calibri"/>
              </a:rPr>
              <a:t>Experienced in translating business requirements into production-grade dashboards and semantic data models, with a strong focus on data reconciliation and quality. Holds the </a:t>
            </a:r>
            <a:r>
              <a:rPr lang="en-US" sz="1400" b="1">
                <a:latin typeface="Calibri"/>
                <a:ea typeface="Calibri"/>
                <a:cs typeface="Calibri"/>
              </a:rPr>
              <a:t>Databricks Certified Data Engineer Associate certification (Sept 2026).</a:t>
            </a:r>
            <a:endParaRPr lang="en-US"/>
          </a:p>
          <a:p>
            <a:endParaRPr lang="en-US" sz="1100"/>
          </a:p>
        </p:txBody>
      </p:sp>
      <p:sp>
        <p:nvSpPr>
          <p:cNvPr id="25" name="Shape 10">
            <a:extLst>
              <a:ext uri="{FF2B5EF4-FFF2-40B4-BE49-F238E27FC236}">
                <a16:creationId xmlns:a16="http://schemas.microsoft.com/office/drawing/2014/main" id="{EA86F8BF-B309-7E1E-B3A6-44F1D6A1714E}"/>
              </a:ext>
            </a:extLst>
          </p:cNvPr>
          <p:cNvSpPr/>
          <p:nvPr/>
        </p:nvSpPr>
        <p:spPr>
          <a:xfrm>
            <a:off x="7086600" y="1234440"/>
            <a:ext cx="4800600" cy="295351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F1E05EAC-DBFF-30C5-1041-8067BD444CAF}"/>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TECHNICAL SKILLS</a:t>
            </a:r>
            <a:endParaRPr lang="en-US" sz="1600"/>
          </a:p>
        </p:txBody>
      </p:sp>
      <p:sp>
        <p:nvSpPr>
          <p:cNvPr id="29" name="Shape 12">
            <a:extLst>
              <a:ext uri="{FF2B5EF4-FFF2-40B4-BE49-F238E27FC236}">
                <a16:creationId xmlns:a16="http://schemas.microsoft.com/office/drawing/2014/main" id="{6477E488-CA3D-2447-D5A7-742216E4F8F0}"/>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DC840881-526F-C825-7A0F-A81A9E4B45FE}"/>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5" name="Text 15">
            <a:extLst>
              <a:ext uri="{FF2B5EF4-FFF2-40B4-BE49-F238E27FC236}">
                <a16:creationId xmlns:a16="http://schemas.microsoft.com/office/drawing/2014/main" id="{8C58D6EE-07C2-88CF-E1CE-8AED259815FC}"/>
              </a:ext>
            </a:extLst>
          </p:cNvPr>
          <p:cNvSpPr txBox="1"/>
          <p:nvPr/>
        </p:nvSpPr>
        <p:spPr>
          <a:xfrm>
            <a:off x="7086600" y="4458398"/>
            <a:ext cx="4636008" cy="659386"/>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EDUCATION &amp; CERTIFICATIONS</a:t>
            </a:r>
            <a:endParaRPr lang="en-US" sz="1600"/>
          </a:p>
        </p:txBody>
      </p:sp>
      <p:sp>
        <p:nvSpPr>
          <p:cNvPr id="37" name="Text 16">
            <a:extLst>
              <a:ext uri="{FF2B5EF4-FFF2-40B4-BE49-F238E27FC236}">
                <a16:creationId xmlns:a16="http://schemas.microsoft.com/office/drawing/2014/main" id="{83E5D741-17D8-7A93-BB0C-1CAF0E5398FD}"/>
              </a:ext>
            </a:extLst>
          </p:cNvPr>
          <p:cNvSpPr txBox="1"/>
          <p:nvPr/>
        </p:nvSpPr>
        <p:spPr>
          <a:xfrm>
            <a:off x="7086600" y="5109249"/>
            <a:ext cx="4407408" cy="1146455"/>
          </a:xfrm>
          <a:prstGeom prst="rect">
            <a:avLst/>
          </a:prstGeom>
          <a:noFill/>
          <a:ln/>
        </p:spPr>
        <p:txBody>
          <a:bodyPr wrap="square" lIns="0" tIns="0" rIns="0" bIns="0" rtlCol="0" anchor="t"/>
          <a:lstStyle/>
          <a:p>
            <a:r>
              <a:rPr lang="en-US" sz="1400">
                <a:latin typeface="Calibri"/>
                <a:ea typeface="Calibri"/>
                <a:cs typeface="Calibri"/>
              </a:rPr>
              <a:t>B.E in CSE —Dhaanish Ahmed Institute of Technology, Tamil Nadu, India |  2021 – 2025 | GPA: 8.0</a:t>
            </a:r>
            <a:endParaRPr lang="en-US"/>
          </a:p>
          <a:p>
            <a:r>
              <a:rPr lang="en-US" sz="1400">
                <a:latin typeface="Calibri"/>
                <a:ea typeface="Calibri"/>
                <a:cs typeface="Calibri"/>
              </a:rPr>
              <a:t>Databricks Certified Data Engineer Associate, Issued by: Databricks [Sept 2026]</a:t>
            </a:r>
            <a:endParaRPr lang="en-US"/>
          </a:p>
          <a:p>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39" name="Shape 17">
            <a:extLst>
              <a:ext uri="{FF2B5EF4-FFF2-40B4-BE49-F238E27FC236}">
                <a16:creationId xmlns:a16="http://schemas.microsoft.com/office/drawing/2014/main" id="{3EF5F23E-119B-8D18-4018-7AE9853ED6EA}"/>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D155CE77-B855-EA0B-DD27-90EBA09C9775}"/>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8C00DCB-4E77-5E30-5986-19B87D06A202}"/>
              </a:ext>
            </a:extLst>
          </p:cNvPr>
          <p:cNvSpPr txBox="1"/>
          <p:nvPr/>
        </p:nvSpPr>
        <p:spPr>
          <a:xfrm>
            <a:off x="7178040" y="1642047"/>
            <a:ext cx="437997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r>
              <a:rPr lang="en-US" sz="1300">
                <a:ea typeface="+mn-lt"/>
                <a:cs typeface="+mn-lt"/>
              </a:rPr>
              <a:t>Databricks, Delta Lake, </a:t>
            </a:r>
            <a:r>
              <a:rPr lang="en-US" sz="1300" err="1">
                <a:ea typeface="+mn-lt"/>
                <a:cs typeface="+mn-lt"/>
              </a:rPr>
              <a:t>PySpark</a:t>
            </a:r>
            <a:r>
              <a:rPr lang="en-US" sz="1300">
                <a:ea typeface="+mn-lt"/>
                <a:cs typeface="+mn-lt"/>
              </a:rPr>
              <a:t>, </a:t>
            </a:r>
            <a:r>
              <a:rPr lang="en-US" sz="1300" err="1">
                <a:ea typeface="+mn-lt"/>
                <a:cs typeface="+mn-lt"/>
              </a:rPr>
              <a:t>OntoBricks</a:t>
            </a:r>
            <a:r>
              <a:rPr lang="en-US" sz="1300">
                <a:ea typeface="+mn-lt"/>
                <a:cs typeface="+mn-lt"/>
              </a:rPr>
              <a:t>, Microsoft Fabric, Fabric IQ, Power BI, Python, SQL, Medallion Architecture, Ontology Modeling, Git.</a:t>
            </a:r>
            <a:endParaRPr lang="en-US"/>
          </a:p>
          <a:p>
            <a:endParaRPr lang="en-US" sz="1400">
              <a:latin typeface="Calibri" panose="020F0502020204030204" pitchFamily="34" charset="0"/>
              <a:ea typeface="Calibri" panose="020F0502020204030204" pitchFamily="34" charset="0"/>
              <a:cs typeface="Calibri" panose="020F0502020204030204" pitchFamily="34" charset="0"/>
            </a:endParaRPr>
          </a:p>
          <a:p>
            <a:pPr>
              <a:buSzPct val="100000"/>
            </a:pPr>
            <a:endParaRPr lang="en-US" sz="800">
              <a:ea typeface="+mn-lt"/>
              <a:cs typeface="+mn-lt"/>
            </a:endParaRPr>
          </a:p>
          <a:p>
            <a:pPr>
              <a:buSzPct val="100000"/>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D3329E19-ABB0-F8CB-B621-AA06E05EF52B}"/>
              </a:ext>
              <a:ext uri="{C183D7F6-B498-43B3-948B-1728B52AA6E4}">
                <adec:decorative xmlns:adec="http://schemas.microsoft.com/office/drawing/2017/decorative" val="1"/>
              </a:ext>
            </a:extLst>
          </p:cNvPr>
          <p:cNvPicPr>
            <a:picLocks noChangeAspect="1"/>
          </p:cNvPicPr>
          <p:nvPr/>
        </p:nvPicPr>
        <p:blipFill>
          <a:blip r:embed="rId3"/>
          <a:srcRect l="7873" r="6963" b="-2067"/>
          <a:stretch>
            <a:fillRect/>
          </a:stretch>
        </p:blipFill>
        <p:spPr>
          <a:xfrm>
            <a:off x="151476" y="2706706"/>
            <a:ext cx="2003394" cy="2401837"/>
          </a:xfrm>
          <a:prstGeom prst="rect">
            <a:avLst/>
          </a:prstGeom>
        </p:spPr>
      </p:pic>
    </p:spTree>
    <p:extLst>
      <p:ext uri="{BB962C8B-B14F-4D97-AF65-F5344CB8AC3E}">
        <p14:creationId xmlns:p14="http://schemas.microsoft.com/office/powerpoint/2010/main" val="3014120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BD7D1-B0A6-BCB0-CAA7-1357B139AC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D416644-9FBE-A220-11FE-F3FFA19132B2}"/>
              </a:ext>
            </a:extLst>
          </p:cNvPr>
          <p:cNvPicPr>
            <a:picLocks noChangeAspect="1"/>
          </p:cNvPicPr>
          <p:nvPr/>
        </p:nvPicPr>
        <p:blipFill>
          <a:blip r:embed="rId2"/>
          <a:stretch>
            <a:fillRect/>
          </a:stretch>
        </p:blipFill>
        <p:spPr>
          <a:xfrm>
            <a:off x="0" y="88392"/>
            <a:ext cx="12192000" cy="6681216"/>
          </a:xfrm>
          <a:prstGeom prst="rect">
            <a:avLst/>
          </a:prstGeom>
        </p:spPr>
      </p:pic>
    </p:spTree>
    <p:extLst>
      <p:ext uri="{BB962C8B-B14F-4D97-AF65-F5344CB8AC3E}">
        <p14:creationId xmlns:p14="http://schemas.microsoft.com/office/powerpoint/2010/main" val="633328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Abhilash Sudhala</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r>
              <a:rPr lang="en-US" sz="1300" i="1">
                <a:solidFill>
                  <a:srgbClr val="595959"/>
                </a:solidFill>
                <a:latin typeface="Calibri"/>
                <a:ea typeface="Calibri"/>
                <a:cs typeface="Calibri"/>
              </a:rPr>
              <a:t>(</a:t>
            </a:r>
            <a:r>
              <a:rPr lang="en-US" sz="1300">
                <a:solidFill>
                  <a:srgbClr val="000000"/>
                </a:solidFill>
                <a:latin typeface="Calibri"/>
                <a:ea typeface="Calibri"/>
                <a:cs typeface="Calibri"/>
              </a:rPr>
              <a:t>offshore)</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362200" y="1264919"/>
            <a:ext cx="4498848" cy="519356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r>
              <a:rPr lang="en-US" sz="1300" b="1">
                <a:solidFill>
                  <a:srgbClr val="0253D2"/>
                </a:solidFill>
                <a:latin typeface="Calibri"/>
                <a:ea typeface="Calibri"/>
                <a:cs typeface="Calibri"/>
              </a:rPr>
              <a:t>    SUMMARY</a:t>
            </a:r>
            <a:endParaRPr lang="en-US" sz="1300">
              <a:latin typeface="Calibri"/>
              <a:ea typeface="Calibri"/>
              <a:cs typeface="Calibri"/>
            </a:endParaRPr>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498344" y="1759348"/>
            <a:ext cx="4361688" cy="4667868"/>
          </a:xfrm>
          <a:prstGeom prst="rect">
            <a:avLst/>
          </a:prstGeom>
          <a:noFill/>
          <a:ln/>
        </p:spPr>
        <p:txBody>
          <a:bodyPr wrap="square" lIns="0" tIns="0" rIns="0" bIns="0" rtlCol="0" anchor="t"/>
          <a:lstStyle/>
          <a:p>
            <a:pPr marL="171450" indent="-171450">
              <a:buFont typeface="Arial"/>
              <a:buChar char="•"/>
            </a:pPr>
            <a:r>
              <a:rPr lang="en-US" sz="1200">
                <a:ea typeface="+mn-lt"/>
                <a:cs typeface="+mn-lt"/>
              </a:rPr>
              <a:t>Data Engineer with 5+ years of experience in Azure Databricks, Azure Data Factory (ADF), and cloud-based data engineering solutions. </a:t>
            </a:r>
            <a:endParaRPr lang="en-US" sz="1200"/>
          </a:p>
          <a:p>
            <a:pPr marL="171450" indent="-171450">
              <a:buFont typeface="Arial"/>
              <a:buChar char="•"/>
            </a:pPr>
            <a:r>
              <a:rPr lang="en-US" sz="1200">
                <a:ea typeface="+mn-lt"/>
                <a:cs typeface="+mn-lt"/>
              </a:rPr>
              <a:t>Experienced in designing scalable ETL/ELT pipelines, metadata-driven ingestion frameworks, data transformations, and end-to-end data validation.</a:t>
            </a:r>
          </a:p>
          <a:p>
            <a:pPr marL="171450" indent="-171450">
              <a:buFont typeface="Arial"/>
              <a:buChar char="•"/>
            </a:pPr>
            <a:r>
              <a:rPr lang="en-US" sz="1200">
                <a:ea typeface="+mn-lt"/>
                <a:cs typeface="+mn-lt"/>
              </a:rPr>
              <a:t>Hands-on experience working with structured and semi-structured data, optimizing Spark workloads, and developing high-performance data solutions across Retail, Manufacturing &amp; Supply Chain domains. </a:t>
            </a:r>
            <a:endParaRPr lang="en-US" sz="1200"/>
          </a:p>
          <a:p>
            <a:pPr marL="171450" indent="-171450">
              <a:buFont typeface="Arial"/>
              <a:buChar char="•"/>
            </a:pPr>
            <a:r>
              <a:rPr lang="en-US" sz="1200">
                <a:ea typeface="+mn-lt"/>
                <a:cs typeface="+mn-lt"/>
              </a:rPr>
              <a:t>Implemented data quality validations, reconciliation processes incremental loading, and error-handling strategies to ensure data accuracy, reliability, and consistent data processing. </a:t>
            </a:r>
            <a:endParaRPr lang="en-US" sz="1200"/>
          </a:p>
          <a:p>
            <a:pPr marL="171450" indent="-171450">
              <a:buFont typeface="Arial"/>
              <a:buChar char="•"/>
            </a:pPr>
            <a:r>
              <a:rPr lang="en-US" sz="1200">
                <a:ea typeface="+mn-lt"/>
                <a:cs typeface="+mn-lt"/>
              </a:rPr>
              <a:t>Developed and maintained Azure Databricks pipelines for ingestion, transformation, validation, and processing of retail, manufacturing, sales, and supply chain data.</a:t>
            </a:r>
          </a:p>
          <a:p>
            <a:pPr marL="171450" indent="-171450">
              <a:buFont typeface="Arial"/>
              <a:buChar char="•"/>
            </a:pPr>
            <a:r>
              <a:rPr lang="en-US" sz="1200">
                <a:ea typeface="+mn-lt"/>
                <a:cs typeface="+mn-lt"/>
              </a:rPr>
              <a:t>Designed ETL workflows using </a:t>
            </a:r>
            <a:r>
              <a:rPr lang="en-US" sz="1200" err="1">
                <a:ea typeface="+mn-lt"/>
                <a:cs typeface="+mn-lt"/>
              </a:rPr>
              <a:t>PySpark</a:t>
            </a:r>
            <a:r>
              <a:rPr lang="en-US" sz="1200">
                <a:ea typeface="+mn-lt"/>
                <a:cs typeface="+mn-lt"/>
              </a:rPr>
              <a:t> and SQL to standardize source data, implement business rules, perform transformations, and build Bronze, Silver, and Gold data layers using Medallion Architecture and Delta Lake. </a:t>
            </a:r>
            <a:endParaRPr lang="en-US" sz="1200"/>
          </a:p>
          <a:p>
            <a:pPr marL="171450" indent="-171450">
              <a:buFont typeface="Arial"/>
              <a:buChar char="•"/>
            </a:pPr>
            <a:r>
              <a:rPr lang="en-US" sz="1200">
                <a:ea typeface="+mn-lt"/>
                <a:cs typeface="+mn-lt"/>
              </a:rPr>
              <a:t>Collaborated with business stakeholders and data teams to translate requirements into scalable data solutions, optimize data pipelines, and deliver trusted datasets for analytics and reporting. </a:t>
            </a:r>
            <a:endParaRPr lang="en-US" sz="1200"/>
          </a:p>
          <a:p>
            <a:pPr marL="285750" indent="-285750">
              <a:buFont typeface="Arial"/>
              <a:buChar char="•"/>
            </a:pPr>
            <a:endParaRPr lang="en-US" sz="1100">
              <a:ea typeface="+mn-lt"/>
              <a:cs typeface="+mn-lt"/>
            </a:endParaRPr>
          </a:p>
          <a:p>
            <a:endParaRPr lang="en-US" sz="1100">
              <a:latin typeface="Calibri"/>
              <a:ea typeface="Calibri"/>
              <a:cs typeface="Calibri"/>
            </a:endParaRPr>
          </a:p>
        </p:txBody>
      </p:sp>
      <p:sp>
        <p:nvSpPr>
          <p:cNvPr id="25" name="Shape 10">
            <a:extLst>
              <a:ext uri="{FF2B5EF4-FFF2-40B4-BE49-F238E27FC236}">
                <a16:creationId xmlns:a16="http://schemas.microsoft.com/office/drawing/2014/main" id="{101639F8-74CD-3F0A-F6FD-E1226F0B2A7E}"/>
              </a:ext>
            </a:extLst>
          </p:cNvPr>
          <p:cNvSpPr/>
          <p:nvPr/>
        </p:nvSpPr>
        <p:spPr>
          <a:xfrm>
            <a:off x="7015480" y="1264920"/>
            <a:ext cx="4871720" cy="371855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35800" y="5086912"/>
            <a:ext cx="4861560" cy="135452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169912" y="5201575"/>
            <a:ext cx="4471416" cy="370840"/>
          </a:xfrm>
          <a:prstGeom prst="rect">
            <a:avLst/>
          </a:prstGeom>
          <a:noFill/>
          <a:ln/>
        </p:spPr>
        <p:txBody>
          <a:bodyPr wrap="square" lIns="0" tIns="0" rIns="0" bIns="0" rtlCol="0" anchor="ctr"/>
          <a:lstStyle/>
          <a:p>
            <a:r>
              <a:rPr lang="en-US" sz="1200" b="1">
                <a:solidFill>
                  <a:srgbClr val="0253D2"/>
                </a:solidFill>
                <a:latin typeface="Calibri"/>
                <a:ea typeface="Calibri"/>
                <a:cs typeface="Calibri"/>
              </a:rPr>
              <a:t>  EDUCATION &amp; CERTIFICATIONS</a:t>
            </a:r>
            <a:endParaRPr lang="en-US" sz="1200" b="1">
              <a:latin typeface="Calibri"/>
              <a:ea typeface="Calibri"/>
              <a:cs typeface="Calibri"/>
            </a:endParaRPr>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571399"/>
            <a:ext cx="4638040" cy="842119"/>
          </a:xfrm>
          <a:prstGeom prst="rect">
            <a:avLst/>
          </a:prstGeom>
          <a:noFill/>
          <a:ln/>
        </p:spPr>
        <p:txBody>
          <a:bodyPr wrap="square" lIns="0" tIns="0" rIns="0" bIns="0" rtlCol="0" anchor="t"/>
          <a:lstStyle/>
          <a:p>
            <a:pPr marL="171450" indent="-171450">
              <a:buSzPct val="100000"/>
              <a:buFont typeface="Arial" panose="020B0604020202020204" pitchFamily="34" charset="0"/>
              <a:buChar char="•"/>
            </a:pPr>
            <a:r>
              <a:rPr lang="en-US" sz="1100"/>
              <a:t>MBA in Finance from Hasvita Institute of Management and Technology (HIMT) Osmania University</a:t>
            </a:r>
          </a:p>
          <a:p>
            <a:pPr>
              <a:buSzPct val="100000"/>
            </a:pPr>
            <a:endParaRPr lang="en-US" sz="1200"/>
          </a:p>
          <a:p>
            <a:pPr marL="171450" indent="-171450">
              <a:buSzPct val="100000"/>
              <a:buFont typeface="Arial" panose="020B0604020202020204" pitchFamily="34" charset="0"/>
              <a:buChar char="•"/>
            </a:pPr>
            <a:r>
              <a:rPr lang="en-US" sz="1100"/>
              <a:t>Fabric Data Engineer Associate, Microsoft (DP-700)</a:t>
            </a:r>
            <a:endParaRPr lang="en-IN" sz="1100"/>
          </a:p>
          <a:p>
            <a:pPr>
              <a:buSzPct val="100000"/>
            </a:pPr>
            <a:endParaRPr lang="en-US" sz="1200"/>
          </a:p>
          <a:p>
            <a:pPr>
              <a:buSzPct val="100000"/>
            </a:pPr>
            <a:endParaRPr lang="en-IN" sz="1100"/>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58552"/>
            <a:ext cx="4471416" cy="298776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latin typeface="Aptos"/>
                <a:ea typeface="Calibri"/>
                <a:cs typeface="Dubai bold"/>
              </a:rPr>
              <a:t>Azure</a:t>
            </a:r>
            <a:r>
              <a:rPr lang="en-US" sz="1400">
                <a:solidFill>
                  <a:srgbClr val="000000">
                    <a:lumMod val="75000"/>
                    <a:lumOff val="25000"/>
                  </a:srgbClr>
                </a:solidFill>
                <a:ea typeface="Calibri"/>
                <a:cs typeface="Dubai bold"/>
              </a:rPr>
              <a:t> Databricks, Azure Data Factory, </a:t>
            </a:r>
            <a:r>
              <a:rPr lang="en-US" sz="1400" err="1">
                <a:solidFill>
                  <a:srgbClr val="000000">
                    <a:lumMod val="75000"/>
                    <a:lumOff val="25000"/>
                  </a:srgbClr>
                </a:solidFill>
                <a:ea typeface="Calibri"/>
                <a:cs typeface="Dubai bold"/>
              </a:rPr>
              <a:t>PySpark</a:t>
            </a:r>
            <a:r>
              <a:rPr lang="en-US" sz="1400">
                <a:solidFill>
                  <a:srgbClr val="000000">
                    <a:lumMod val="75000"/>
                    <a:lumOff val="25000"/>
                  </a:srgbClr>
                </a:solidFill>
                <a:ea typeface="Calibri"/>
                <a:cs typeface="Dubai bold"/>
              </a:rPr>
              <a:t>, Python, SQL, Delta Lake, ADLS Gen2, Azure Synapse, Azure SQL, ETL/ELT,</a:t>
            </a:r>
            <a:r>
              <a:rPr lang="en-US" sz="1400">
                <a:solidFill>
                  <a:srgbClr val="000000">
                    <a:lumMod val="75000"/>
                    <a:lumOff val="25000"/>
                  </a:srgbClr>
                </a:solidFill>
                <a:latin typeface="Aptos"/>
                <a:ea typeface="Calibri"/>
                <a:cs typeface="Dubai bold"/>
              </a:rPr>
              <a:t> </a:t>
            </a:r>
            <a:r>
              <a:rPr lang="en-US" sz="1400">
                <a:solidFill>
                  <a:srgbClr val="000000">
                    <a:lumMod val="75000"/>
                    <a:lumOff val="25000"/>
                  </a:srgbClr>
                </a:solidFill>
                <a:latin typeface="Aptos"/>
                <a:ea typeface="Calibri"/>
                <a:cs typeface="Times New Roman"/>
              </a:rPr>
              <a:t>Medallion Architecture,</a:t>
            </a:r>
            <a:r>
              <a:rPr lang="en-US" sz="1400">
                <a:solidFill>
                  <a:srgbClr val="000000">
                    <a:lumMod val="75000"/>
                    <a:lumOff val="25000"/>
                  </a:srgbClr>
                </a:solidFill>
                <a:latin typeface="Times New Roman"/>
                <a:ea typeface="Calibri"/>
                <a:cs typeface="Times New Roman"/>
              </a:rPr>
              <a:t> </a:t>
            </a:r>
            <a:r>
              <a:rPr lang="en-US" sz="1400">
                <a:solidFill>
                  <a:srgbClr val="000000">
                    <a:lumMod val="75000"/>
                    <a:lumOff val="25000"/>
                  </a:srgbClr>
                </a:solidFill>
                <a:ea typeface="Calibri"/>
                <a:cs typeface="Dubai bold"/>
              </a:rPr>
              <a:t> Data validation, performance tuning, Git, Azure DevOps, Power BI.</a:t>
            </a:r>
            <a:endParaRPr lang="en-US" sz="1400">
              <a:solidFill>
                <a:srgbClr val="000000">
                  <a:lumMod val="75000"/>
                  <a:lumOff val="25000"/>
                </a:srgbClr>
              </a:solidFill>
              <a:ea typeface="Calibri"/>
              <a:cs typeface="Dubai regular"/>
            </a:endParaRPr>
          </a:p>
          <a:p>
            <a:pPr>
              <a:buSzPct val="100000"/>
              <a:buFont typeface="Arial"/>
              <a:buChar char="•"/>
            </a:pPr>
            <a:endParaRPr lang="en-US" sz="1050">
              <a:solidFill>
                <a:srgbClr val="000000"/>
              </a:solidFill>
              <a:ea typeface="Calibri"/>
              <a:cs typeface="Calibri"/>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CB7637D9-3962-D752-0431-0F3BD0BAC9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453" y="2359913"/>
            <a:ext cx="1980819" cy="2344167"/>
          </a:xfrm>
          <a:prstGeom prst="rect">
            <a:avLst/>
          </a:prstGeom>
        </p:spPr>
      </p:pic>
    </p:spTree>
    <p:extLst>
      <p:ext uri="{BB962C8B-B14F-4D97-AF65-F5344CB8AC3E}">
        <p14:creationId xmlns:p14="http://schemas.microsoft.com/office/powerpoint/2010/main" val="1128588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3"/>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Balaram Pulusu </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r>
              <a:rPr lang="en-US" sz="1300" i="1">
                <a:solidFill>
                  <a:srgbClr val="595959"/>
                </a:solidFill>
                <a:latin typeface="Calibri"/>
                <a:ea typeface="Calibri"/>
                <a:cs typeface="Calibri"/>
              </a:rPr>
              <a:t>(</a:t>
            </a:r>
            <a:r>
              <a:rPr lang="en-US" sz="1300">
                <a:solidFill>
                  <a:srgbClr val="000000"/>
                </a:solidFill>
                <a:latin typeface="Calibri"/>
                <a:ea typeface="Calibri"/>
                <a:cs typeface="Calibri"/>
              </a:rPr>
              <a:t>offshore)</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331720" y="1645920"/>
            <a:ext cx="4361688" cy="4663440"/>
          </a:xfrm>
          <a:prstGeom prst="rect">
            <a:avLst/>
          </a:prstGeom>
          <a:noFill/>
          <a:ln/>
        </p:spPr>
        <p:txBody>
          <a:bodyPr wrap="square" lIns="0" tIns="0" rIns="0" bIns="0" rtlCol="0" anchor="t"/>
          <a:lstStyle/>
          <a:p>
            <a:endParaRPr lang="en-IN" sz="1050"/>
          </a:p>
          <a:p>
            <a:pPr marL="171450" lvl="0" indent="-171450">
              <a:buFont typeface="Arial" panose="020B0604020202020204" pitchFamily="34" charset="0"/>
              <a:buChar char="•"/>
            </a:pPr>
            <a:r>
              <a:rPr lang="en-US" sz="1200"/>
              <a:t>Results-driven Data Engineer with 6+ years of experience designing and implementing scalable data pipelines using </a:t>
            </a:r>
            <a:r>
              <a:rPr lang="en-US" sz="1200" err="1"/>
              <a:t>PySpark</a:t>
            </a:r>
            <a:r>
              <a:rPr lang="en-US" sz="1200"/>
              <a:t>, AWS, SQL, and Databricks.</a:t>
            </a:r>
            <a:endParaRPr lang="en-IN" sz="1200"/>
          </a:p>
          <a:p>
            <a:pPr marL="171450" lvl="0" indent="-171450">
              <a:buFont typeface="Arial" panose="020B0604020202020204" pitchFamily="34" charset="0"/>
              <a:buChar char="•"/>
            </a:pPr>
            <a:r>
              <a:rPr lang="en-US" sz="1200"/>
              <a:t>Experienced in developing end-to-end ETL workflows covering raw ingestion, validation, transformation, curated aggregations, and production support for large-scale transactional datasets.</a:t>
            </a:r>
            <a:endParaRPr lang="en-IN" sz="1200"/>
          </a:p>
          <a:p>
            <a:pPr marL="171450" lvl="0" indent="-171450">
              <a:buFont typeface="Arial" panose="020B0604020202020204" pitchFamily="34" charset="0"/>
              <a:buChar char="•"/>
            </a:pPr>
            <a:r>
              <a:rPr lang="en-US" sz="1200"/>
              <a:t>Hands-on experience with AWS Glue, Amazon S3, Athena, EMR, Spark SQL, Parquet, and Databricks, including migration of existing AWS Glue ETL workloads to Databricks.</a:t>
            </a:r>
            <a:endParaRPr lang="en-IN" sz="1200"/>
          </a:p>
          <a:p>
            <a:pPr marL="171450" lvl="0" indent="-171450">
              <a:buFont typeface="Arial" panose="020B0604020202020204" pitchFamily="34" charset="0"/>
              <a:buChar char="•"/>
            </a:pPr>
            <a:r>
              <a:rPr lang="en-US" sz="1200"/>
              <a:t>Strong knowledge of Spark performance optimization, including partitioning, repartitioning, predicate pushdown, and shuffle reduction techniques.</a:t>
            </a:r>
            <a:endParaRPr lang="en-IN" sz="1200"/>
          </a:p>
          <a:p>
            <a:pPr marL="171450" lvl="0" indent="-171450">
              <a:buFont typeface="Arial" panose="020B0604020202020204" pitchFamily="34" charset="0"/>
              <a:buChar char="•"/>
            </a:pPr>
            <a:r>
              <a:rPr lang="en-US" sz="1200"/>
              <a:t>Experienced in data quality validation, schema validation, duplicate and null checks, record-count validation, business-rule validation, troubleshooting, and root-cause analysis.</a:t>
            </a:r>
            <a:endParaRPr lang="en-IN" sz="1200"/>
          </a:p>
          <a:p>
            <a:pPr marL="171450" lvl="0" indent="-171450">
              <a:buFont typeface="Arial" panose="020B0604020202020204" pitchFamily="34" charset="0"/>
              <a:buChar char="•"/>
            </a:pPr>
            <a:r>
              <a:rPr lang="en-US" sz="1200"/>
              <a:t>Experienced in ETL scheduling, dependency management, CI/CD, code reviews, and production deployments using </a:t>
            </a:r>
            <a:r>
              <a:rPr lang="en-US" sz="1200" err="1"/>
              <a:t>Stonebranch</a:t>
            </a:r>
            <a:r>
              <a:rPr lang="en-US" sz="1200"/>
              <a:t>, Jenkins, and Bitbucket.</a:t>
            </a:r>
          </a:p>
          <a:p>
            <a:pPr marL="171450" indent="-171450">
              <a:buFont typeface="Arial" panose="020B0604020202020204" pitchFamily="34" charset="0"/>
              <a:buChar char="•"/>
            </a:pPr>
            <a:r>
              <a:rPr lang="en-US" sz="1200"/>
              <a:t>Collaborated with business, QA, and upstream teams for requirement analysis, testing, production support, and deployment activities</a:t>
            </a:r>
            <a:r>
              <a:rPr lang="en-US" sz="1100"/>
              <a:t>.</a:t>
            </a:r>
            <a:endParaRPr lang="en-IN" sz="1100"/>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lnSpc>
                <a:spcPct val="100000"/>
              </a:lnSpc>
              <a:buSzPct val="100000"/>
              <a:buChar char="▪"/>
            </a:pPr>
            <a:r>
              <a:rPr lang="en-US" sz="1200" err="1"/>
              <a:t>B.tech</a:t>
            </a:r>
            <a:r>
              <a:rPr lang="en-US" sz="1200"/>
              <a:t> in  Electronics and Communication Engineering </a:t>
            </a:r>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panose="020F0502020204030204" pitchFamily="34" charset="0"/>
                <a:cs typeface="Dubai bold" panose="020B0803030403030204" pitchFamily="34" charset="-78"/>
              </a:rPr>
              <a:t>Databricks, AWS, </a:t>
            </a:r>
            <a:r>
              <a:rPr lang="en-US" sz="1400" err="1">
                <a:solidFill>
                  <a:srgbClr val="000000">
                    <a:lumMod val="75000"/>
                    <a:lumOff val="25000"/>
                  </a:srgbClr>
                </a:solidFill>
                <a:ea typeface="Calibri" panose="020F0502020204030204" pitchFamily="34" charset="0"/>
                <a:cs typeface="Dubai bold" panose="020B0803030403030204" pitchFamily="34" charset="-78"/>
              </a:rPr>
              <a:t>PySpark</a:t>
            </a:r>
            <a:r>
              <a:rPr lang="en-US" sz="1400">
                <a:solidFill>
                  <a:srgbClr val="000000">
                    <a:lumMod val="75000"/>
                    <a:lumOff val="25000"/>
                  </a:srgbClr>
                </a:solidFill>
                <a:ea typeface="Calibri" panose="020F0502020204030204" pitchFamily="34" charset="0"/>
                <a:cs typeface="Dubai bold" panose="020B0803030403030204" pitchFamily="34" charset="-78"/>
              </a:rPr>
              <a:t>, Python, SQL, Delta Lake, AWS Glue, Stepfunction,S3,EMR, data validation, performance tuning, Git.</a:t>
            </a:r>
            <a:endParaRPr lang="en-US" sz="1400">
              <a:solidFill>
                <a:srgbClr val="000000">
                  <a:lumMod val="75000"/>
                  <a:lumOff val="25000"/>
                </a:srgbClr>
              </a:solidFill>
              <a:ea typeface="Calibri" panose="020F0502020204030204" pitchFamily="34" charset="0"/>
              <a:cs typeface="Dubai regular" panose="020B0503030403030204" pitchFamily="34" charset="-78"/>
            </a:endParaRP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6" name="Picture 5">
            <a:extLst>
              <a:ext uri="{FF2B5EF4-FFF2-40B4-BE49-F238E27FC236}">
                <a16:creationId xmlns:a16="http://schemas.microsoft.com/office/drawing/2014/main" id="{AD4F9425-4EEE-C921-CC80-E54EA24C18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559" y="2754351"/>
            <a:ext cx="1813561" cy="2869208"/>
          </a:xfrm>
          <a:prstGeom prst="rect">
            <a:avLst/>
          </a:prstGeom>
        </p:spPr>
      </p:pic>
    </p:spTree>
    <p:extLst>
      <p:ext uri="{BB962C8B-B14F-4D97-AF65-F5344CB8AC3E}">
        <p14:creationId xmlns:p14="http://schemas.microsoft.com/office/powerpoint/2010/main" val="2585677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04800" y="1073841"/>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Indrasenareddy</a:t>
            </a:r>
          </a:p>
          <a:p>
            <a:pPr marL="0" indent="0">
              <a:buNone/>
            </a:pPr>
            <a:r>
              <a:rPr lang="en-US" b="1">
                <a:solidFill>
                  <a:srgbClr val="0253D2"/>
                </a:solidFill>
                <a:latin typeface="Calibri" pitchFamily="34" charset="0"/>
                <a:ea typeface="Calibri" pitchFamily="34" charset="-122"/>
                <a:cs typeface="Calibri" pitchFamily="34" charset="-120"/>
              </a:rPr>
              <a:t>Madhireddy</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r>
              <a:rPr lang="en-US" sz="1300" i="1">
                <a:solidFill>
                  <a:srgbClr val="595959"/>
                </a:solidFill>
                <a:latin typeface="Calibri"/>
                <a:ea typeface="Calibri"/>
                <a:cs typeface="Calibri"/>
              </a:rPr>
              <a:t>(</a:t>
            </a:r>
            <a:r>
              <a:rPr lang="en-US" sz="1300">
                <a:solidFill>
                  <a:srgbClr val="000000"/>
                </a:solidFill>
                <a:latin typeface="Calibri"/>
                <a:ea typeface="Calibri"/>
                <a:cs typeface="Calibri"/>
              </a:rPr>
              <a:t>offshore)</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331720" y="1645920"/>
            <a:ext cx="4361688" cy="4663440"/>
          </a:xfrm>
          <a:prstGeom prst="rect">
            <a:avLst/>
          </a:prstGeom>
          <a:noFill/>
          <a:ln/>
        </p:spPr>
        <p:txBody>
          <a:bodyPr wrap="square" lIns="0" tIns="0" rIns="0" bIns="0" rtlCol="0" anchor="t"/>
          <a:lstStyle/>
          <a:p>
            <a:endParaRPr lang="en-IN" sz="1050"/>
          </a:p>
          <a:p>
            <a:pPr marL="171450" lvl="0" indent="-171450" fontAlgn="base">
              <a:buFont typeface="Arial" panose="020B0604020202020204" pitchFamily="34" charset="0"/>
              <a:buChar char="•"/>
            </a:pPr>
            <a:r>
              <a:rPr lang="en-IN" sz="1200"/>
              <a:t>2 years of experience as a Data Engineer with hands-on work in Azure Databricks, ADF, </a:t>
            </a:r>
            <a:r>
              <a:rPr lang="en-IN" sz="1200" err="1"/>
              <a:t>PySpark</a:t>
            </a:r>
            <a:r>
              <a:rPr lang="en-IN" sz="1200"/>
              <a:t>, SQL and Azure-based data pipelines. </a:t>
            </a:r>
          </a:p>
          <a:p>
            <a:pPr marL="171450" lvl="0" indent="-171450" fontAlgn="base">
              <a:buFont typeface="Arial" panose="020B0604020202020204" pitchFamily="34" charset="0"/>
              <a:buChar char="•"/>
            </a:pPr>
            <a:r>
              <a:rPr lang="en-IN" sz="1200"/>
              <a:t>Experienced in building, validating, and optimizing ETL workflows for large and sensitive datasets, with strong focus on data quality, reconciliation, and reliable end-to-end delivery. </a:t>
            </a:r>
          </a:p>
          <a:p>
            <a:pPr marL="171450" lvl="0" indent="-171450" fontAlgn="base">
              <a:buFont typeface="Arial" panose="020B0604020202020204" pitchFamily="34" charset="0"/>
              <a:buChar char="•"/>
            </a:pPr>
            <a:r>
              <a:rPr lang="en-IN" sz="1200"/>
              <a:t>Skilled in developing scalable transformations using Databricks notebooks, Delta Lake, Azure Data Factory, Azure Data Lake Storage, and Azure SQL for batch data processing. </a:t>
            </a:r>
          </a:p>
          <a:p>
            <a:pPr marL="171450" lvl="0" indent="-171450" fontAlgn="base">
              <a:buFont typeface="Arial" panose="020B0604020202020204" pitchFamily="34" charset="0"/>
              <a:buChar char="•"/>
            </a:pPr>
            <a:r>
              <a:rPr lang="en-IN" sz="1200"/>
              <a:t>Strong background in Retail domain data and migration-style workflows, with the ability to adapt quickly to P&amp;C insurance concepts such as claims, policy, billing, and downstream validation. </a:t>
            </a:r>
          </a:p>
          <a:p>
            <a:pPr marL="171450" lvl="0" indent="-171450" fontAlgn="base">
              <a:buFont typeface="Arial" panose="020B0604020202020204" pitchFamily="34" charset="0"/>
              <a:buChar char="•"/>
            </a:pPr>
            <a:r>
              <a:rPr lang="en-IN" sz="1200"/>
              <a:t>Effective communicator with the ability to work independently and collaborate with business, QA, and technical teams in fast-paced delivery environments. </a:t>
            </a:r>
          </a:p>
          <a:p>
            <a:pPr marL="171450" lvl="0" indent="-171450" fontAlgn="base">
              <a:buFont typeface="Arial" panose="020B0604020202020204" pitchFamily="34" charset="0"/>
              <a:buChar char="•"/>
            </a:pPr>
            <a:r>
              <a:rPr lang="en-IN" sz="1200"/>
              <a:t>Good knowledge of P&amp;C Insurance domain with exposure to financial data </a:t>
            </a:r>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596128"/>
            <a:ext cx="4471416" cy="23876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lnSpc>
                <a:spcPct val="100000"/>
              </a:lnSpc>
              <a:buSzPct val="100000"/>
              <a:buChar char="▪"/>
            </a:pPr>
            <a:r>
              <a:rPr lang="en-US" sz="1200" err="1"/>
              <a:t>B.Tech</a:t>
            </a:r>
            <a:r>
              <a:rPr lang="en-US" sz="1200"/>
              <a:t> in  Information Technology </a:t>
            </a:r>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panose="020F0502020204030204" pitchFamily="34" charset="0"/>
                <a:cs typeface="Dubai bold" panose="020B0803030403030204" pitchFamily="34" charset="-78"/>
              </a:rPr>
              <a:t>Azure Databricks, ADF, </a:t>
            </a:r>
            <a:r>
              <a:rPr lang="en-US" sz="1400" err="1">
                <a:solidFill>
                  <a:srgbClr val="000000">
                    <a:lumMod val="75000"/>
                    <a:lumOff val="25000"/>
                  </a:srgbClr>
                </a:solidFill>
                <a:ea typeface="Calibri" panose="020F0502020204030204" pitchFamily="34" charset="0"/>
                <a:cs typeface="Dubai bold" panose="020B0803030403030204" pitchFamily="34" charset="-78"/>
              </a:rPr>
              <a:t>PySpark</a:t>
            </a:r>
            <a:r>
              <a:rPr lang="en-US" sz="1400">
                <a:solidFill>
                  <a:srgbClr val="000000">
                    <a:lumMod val="75000"/>
                    <a:lumOff val="25000"/>
                  </a:srgbClr>
                </a:solidFill>
                <a:ea typeface="Calibri" panose="020F0502020204030204" pitchFamily="34" charset="0"/>
                <a:cs typeface="Dubai bold" panose="020B0803030403030204" pitchFamily="34" charset="-78"/>
              </a:rPr>
              <a:t>, Python, SQL, Delta Lake, ADLS Gen2.</a:t>
            </a:r>
            <a:endParaRPr lang="en-US" sz="1400">
              <a:solidFill>
                <a:srgbClr val="000000">
                  <a:lumMod val="75000"/>
                  <a:lumOff val="25000"/>
                </a:srgbClr>
              </a:solidFill>
              <a:ea typeface="Calibri" panose="020F0502020204030204" pitchFamily="34" charset="0"/>
              <a:cs typeface="Dubai regular" panose="020B0503030403030204" pitchFamily="34" charset="-78"/>
            </a:endParaRP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6" name="Picture 5">
            <a:extLst>
              <a:ext uri="{FF2B5EF4-FFF2-40B4-BE49-F238E27FC236}">
                <a16:creationId xmlns:a16="http://schemas.microsoft.com/office/drawing/2014/main" id="{C9C2017C-D8ED-9C8A-BB27-4EB17A450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86" y="2404871"/>
            <a:ext cx="2089186" cy="2642832"/>
          </a:xfrm>
          <a:prstGeom prst="rect">
            <a:avLst/>
          </a:prstGeom>
        </p:spPr>
      </p:pic>
    </p:spTree>
    <p:extLst>
      <p:ext uri="{BB962C8B-B14F-4D97-AF65-F5344CB8AC3E}">
        <p14:creationId xmlns:p14="http://schemas.microsoft.com/office/powerpoint/2010/main" val="1503595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Mayank Sahu</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478024" y="1606948"/>
            <a:ext cx="4361688" cy="4647548"/>
          </a:xfrm>
          <a:prstGeom prst="rect">
            <a:avLst/>
          </a:prstGeom>
          <a:noFill/>
          <a:ln/>
        </p:spPr>
        <p:txBody>
          <a:bodyPr wrap="square" lIns="0" tIns="0" rIns="0" bIns="0" rtlCol="0" anchor="t"/>
          <a:lstStyle/>
          <a:p>
            <a:endParaRPr lang="en-IN" sz="1050"/>
          </a:p>
          <a:p>
            <a:pPr marL="171450" indent="-171450">
              <a:buFont typeface="Arial" panose="020B0604020202020204" pitchFamily="34" charset="0"/>
              <a:buChar char="•"/>
            </a:pPr>
            <a:r>
              <a:rPr lang="en-IN" sz="1100"/>
              <a:t>Data Engineer with 2.5 years of experience in Azure Databricks, Azure Data Factory (ADF), </a:t>
            </a:r>
            <a:r>
              <a:rPr lang="en-IN" sz="1100" err="1"/>
              <a:t>PySpark</a:t>
            </a:r>
            <a:r>
              <a:rPr lang="en-IN" sz="1100"/>
              <a:t>, Python, SQL, and Azure-based data engineering solutions.</a:t>
            </a:r>
          </a:p>
          <a:p>
            <a:pPr marL="171450" indent="-171450">
              <a:buFont typeface="Arial" panose="020B0604020202020204" pitchFamily="34" charset="0"/>
              <a:buChar char="•"/>
            </a:pPr>
            <a:endParaRPr lang="en-IN" sz="1100"/>
          </a:p>
          <a:p>
            <a:pPr marL="171450" indent="-171450">
              <a:buFont typeface="Arial" panose="020B0604020202020204" pitchFamily="34" charset="0"/>
              <a:buChar char="•"/>
            </a:pPr>
            <a:r>
              <a:rPr lang="en-IN" sz="1100"/>
              <a:t>Databricks Certified Data Engineer Associate with expertise in designing and developing scalable ELT pipelines, metadata-driven ingestion frameworks, and transformation workflows for large-scale enterprise datasets.</a:t>
            </a:r>
          </a:p>
          <a:p>
            <a:pPr marL="171450" indent="-171450">
              <a:buFont typeface="Arial" panose="020B0604020202020204" pitchFamily="34" charset="0"/>
              <a:buChar char="•"/>
            </a:pPr>
            <a:endParaRPr lang="en-IN" sz="1100"/>
          </a:p>
          <a:p>
            <a:pPr marL="171450" indent="-171450">
              <a:buFont typeface="Arial" panose="020B0604020202020204" pitchFamily="34" charset="0"/>
              <a:buChar char="•"/>
            </a:pPr>
            <a:r>
              <a:rPr lang="en-IN" sz="1100"/>
              <a:t>Experienced in building end-to-end data ingestion, transformation, and processing solutions using Azure Databricks, Delta Lake, ADLS Gen2, and Azure Data Factory.</a:t>
            </a:r>
          </a:p>
          <a:p>
            <a:pPr marL="171450" indent="-171450">
              <a:buFont typeface="Arial" panose="020B0604020202020204" pitchFamily="34" charset="0"/>
              <a:buChar char="•"/>
            </a:pPr>
            <a:endParaRPr lang="en-IN" sz="1100"/>
          </a:p>
          <a:p>
            <a:pPr marL="171450" indent="-171450">
              <a:buFont typeface="Arial" panose="020B0604020202020204" pitchFamily="34" charset="0"/>
              <a:buChar char="•"/>
            </a:pPr>
            <a:r>
              <a:rPr lang="en-IN" sz="1100"/>
              <a:t>Strong hands-on experience in implementing Medallion Architecture (Bronze, Silver, Gold) to create scalable, governed, and analytics-ready data platforms.</a:t>
            </a:r>
          </a:p>
          <a:p>
            <a:pPr marL="171450" indent="-171450">
              <a:buFont typeface="Arial" panose="020B0604020202020204" pitchFamily="34" charset="0"/>
              <a:buChar char="•"/>
            </a:pPr>
            <a:endParaRPr lang="en-IN" sz="1100"/>
          </a:p>
          <a:p>
            <a:pPr marL="171450" indent="-171450">
              <a:buFont typeface="Arial" panose="020B0604020202020204" pitchFamily="34" charset="0"/>
              <a:buChar char="•"/>
            </a:pPr>
            <a:r>
              <a:rPr lang="en-IN" sz="1100"/>
              <a:t>Skilled in implementing CDC and watermark-based incremental loading, data validation, reconciliation, and performance optimization to ensure reliable and high-quality data delivery.</a:t>
            </a:r>
          </a:p>
          <a:p>
            <a:pPr marL="171450" indent="-171450">
              <a:buFont typeface="Arial" panose="020B0604020202020204" pitchFamily="34" charset="0"/>
              <a:buChar char="•"/>
            </a:pPr>
            <a:endParaRPr lang="en-IN" sz="1100"/>
          </a:p>
          <a:p>
            <a:pPr marL="171450" indent="-171450">
              <a:buFont typeface="Arial" panose="020B0604020202020204" pitchFamily="34" charset="0"/>
              <a:buChar char="•"/>
            </a:pPr>
            <a:r>
              <a:rPr lang="en-IN" sz="1100"/>
              <a:t>Collaborated with business stakeholders and cross-functional teams to translate requirements into scalable data solutions and deliver trusted datasets for analytics, reporting, and decision-making.</a:t>
            </a:r>
          </a:p>
          <a:p>
            <a:pPr marL="171450" indent="-171450">
              <a:buFont typeface="Arial" panose="020B0604020202020204" pitchFamily="34" charset="0"/>
              <a:buChar char="•"/>
            </a:pPr>
            <a:endParaRPr lang="en-IN" sz="1100"/>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384047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208832"/>
            <a:ext cx="4800600" cy="119196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31333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178040" y="5551079"/>
            <a:ext cx="4617720" cy="781159"/>
          </a:xfrm>
          <a:prstGeom prst="rect">
            <a:avLst/>
          </a:prstGeom>
          <a:noFill/>
          <a:ln/>
        </p:spPr>
        <p:txBody>
          <a:bodyPr wrap="square" lIns="0" tIns="0" rIns="0" bIns="0" rtlCol="0" anchor="t"/>
          <a:lstStyle/>
          <a:p>
            <a:pPr marL="177800" indent="-177800">
              <a:buSzPct val="100000"/>
              <a:buChar char="▪"/>
            </a:pPr>
            <a:r>
              <a:rPr lang="en-US" sz="1100" err="1"/>
              <a:t>B.Tech</a:t>
            </a:r>
            <a:r>
              <a:rPr lang="en-US" sz="1100"/>
              <a:t> in  Computer Science Engineering</a:t>
            </a:r>
          </a:p>
          <a:p>
            <a:pPr marL="177800" indent="-177800">
              <a:buSzPct val="100000"/>
              <a:buChar char="▪"/>
            </a:pPr>
            <a:endParaRPr lang="en-US" sz="1100">
              <a:latin typeface="Aptos"/>
              <a:ea typeface="Calibri"/>
              <a:cs typeface="Calibri"/>
            </a:endParaRPr>
          </a:p>
          <a:p>
            <a:pPr marL="177800" indent="-177800">
              <a:buSzPct val="100000"/>
              <a:buChar char="▪"/>
            </a:pPr>
            <a:r>
              <a:rPr lang="en-US" sz="1400">
                <a:latin typeface="Calibri"/>
                <a:ea typeface="Calibri"/>
                <a:cs typeface="Calibri"/>
              </a:rPr>
              <a:t>Databricks Certified Data Engineer Associate</a:t>
            </a:r>
            <a:endParaRPr lang="en-US" sz="1100"/>
          </a:p>
          <a:p>
            <a:pPr>
              <a:lnSpc>
                <a:spcPct val="100000"/>
              </a:lnSpc>
              <a:buSzPct val="100000"/>
            </a:pPr>
            <a:endParaRPr lang="en-US" sz="1200"/>
          </a:p>
          <a:p>
            <a:pPr>
              <a:buSzPct val="100000"/>
            </a:pPr>
            <a:endParaRPr lang="en-IN" sz="1100"/>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68712"/>
            <a:ext cx="4471416" cy="319096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a:cs typeface="Dubai bold"/>
              </a:rPr>
              <a:t>Azure Databricks, Azure Data Factory, </a:t>
            </a:r>
            <a:r>
              <a:rPr lang="en-US" sz="1400" err="1">
                <a:solidFill>
                  <a:srgbClr val="000000">
                    <a:lumMod val="75000"/>
                    <a:lumOff val="25000"/>
                  </a:srgbClr>
                </a:solidFill>
                <a:ea typeface="Calibri"/>
                <a:cs typeface="Dubai bold"/>
              </a:rPr>
              <a:t>PySpark</a:t>
            </a:r>
            <a:r>
              <a:rPr lang="en-US" sz="1400">
                <a:solidFill>
                  <a:srgbClr val="000000">
                    <a:lumMod val="75000"/>
                    <a:lumOff val="25000"/>
                  </a:srgbClr>
                </a:solidFill>
                <a:ea typeface="Calibri"/>
                <a:cs typeface="Dubai bold"/>
              </a:rPr>
              <a:t>, Python, SQL, Delta Lake, </a:t>
            </a:r>
            <a:r>
              <a:rPr lang="en-US" sz="1400">
                <a:latin typeface="Calibri"/>
                <a:ea typeface="Calibri"/>
                <a:cs typeface="Calibri"/>
              </a:rPr>
              <a:t>Azure Data Lake Storage Gen2</a:t>
            </a:r>
            <a:r>
              <a:rPr lang="en-US" sz="1400">
                <a:solidFill>
                  <a:srgbClr val="000000">
                    <a:lumMod val="75000"/>
                    <a:lumOff val="25000"/>
                  </a:srgbClr>
                </a:solidFill>
                <a:ea typeface="Calibri"/>
                <a:cs typeface="Dubai bold"/>
              </a:rPr>
              <a:t>, Azure SQL, ELT, data validation.</a:t>
            </a: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CB7637D9-3962-D752-0431-0F3BD0BAC9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80722" y="2359913"/>
            <a:ext cx="1810281" cy="2344167"/>
          </a:xfrm>
          <a:prstGeom prst="rect">
            <a:avLst/>
          </a:prstGeom>
        </p:spPr>
      </p:pic>
    </p:spTree>
    <p:extLst>
      <p:ext uri="{BB962C8B-B14F-4D97-AF65-F5344CB8AC3E}">
        <p14:creationId xmlns:p14="http://schemas.microsoft.com/office/powerpoint/2010/main" val="1722966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7ACBD-3429-B27D-AF6E-48D04F4940E8}"/>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62231330-FF01-6897-1504-C427DA8D2B68}"/>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7157E38A-F7B2-4886-4E43-9521C811976B}"/>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B63CA022-E829-8CCD-F4D4-EB4520BDA663}"/>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4CD9F4CE-917A-6DED-53E6-264317D39551}"/>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A7851DF6-C283-47B3-CB4D-895FF7BBCBC2}"/>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Divya Namburi</a:t>
            </a:r>
            <a:endParaRPr lang="en-US"/>
          </a:p>
          <a:p>
            <a:pPr marL="0" indent="0">
              <a:buNone/>
            </a:pPr>
            <a:endParaRPr lang="en-US" sz="1800"/>
          </a:p>
        </p:txBody>
      </p:sp>
      <p:sp>
        <p:nvSpPr>
          <p:cNvPr id="15" name="Text 4">
            <a:extLst>
              <a:ext uri="{FF2B5EF4-FFF2-40B4-BE49-F238E27FC236}">
                <a16:creationId xmlns:a16="http://schemas.microsoft.com/office/drawing/2014/main" id="{3476C5E2-D91D-B3AC-7B72-B999ADE538BD}"/>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Senior Data Engineer</a:t>
            </a:r>
            <a:endParaRPr lang="en-US" sz="1300"/>
          </a:p>
        </p:txBody>
      </p:sp>
      <p:sp>
        <p:nvSpPr>
          <p:cNvPr id="17" name="Shape 5">
            <a:extLst>
              <a:ext uri="{FF2B5EF4-FFF2-40B4-BE49-F238E27FC236}">
                <a16:creationId xmlns:a16="http://schemas.microsoft.com/office/drawing/2014/main" id="{9FD4B8C3-1D82-FFD0-1600-3BF88BD896D5}"/>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924B7A0A-BEAC-44CE-E7B0-01E5580C5CF0}"/>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B2AC7C8F-0B32-F097-4B74-B4BBF9A483BF}"/>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B97194EA-8A4C-9CC0-6B10-E73A1EE49A78}"/>
              </a:ext>
            </a:extLst>
          </p:cNvPr>
          <p:cNvSpPr txBox="1"/>
          <p:nvPr/>
        </p:nvSpPr>
        <p:spPr>
          <a:xfrm>
            <a:off x="2478024" y="1606948"/>
            <a:ext cx="4361688" cy="4647548"/>
          </a:xfrm>
          <a:prstGeom prst="rect">
            <a:avLst/>
          </a:prstGeom>
          <a:noFill/>
          <a:ln/>
        </p:spPr>
        <p:txBody>
          <a:bodyPr wrap="square" lIns="0" tIns="0" rIns="0" bIns="0" rtlCol="0" anchor="t"/>
          <a:lstStyle/>
          <a:p>
            <a:endParaRPr lang="en-IN" sz="1050"/>
          </a:p>
          <a:p>
            <a:pPr marL="171450" indent="-171450">
              <a:buFont typeface="Arial"/>
              <a:buChar char="•"/>
            </a:pPr>
            <a:r>
              <a:rPr lang="en-IN" sz="1100"/>
              <a:t>Experienced Data Engineer with 5+ years of experience in Databricks, Azure Data Factory, </a:t>
            </a:r>
            <a:r>
              <a:rPr lang="en-IN" sz="1100" err="1"/>
              <a:t>PySpark</a:t>
            </a:r>
            <a:r>
              <a:rPr lang="en-IN" sz="1100"/>
              <a:t>, SQL, Azure Synapse Analytics, Azure SQL Database, ADLS Gen2, and </a:t>
            </a:r>
            <a:r>
              <a:rPr lang="en-IN" sz="1100" err="1"/>
              <a:t>CosmosDB</a:t>
            </a:r>
            <a:r>
              <a:rPr lang="en-IN" sz="1100"/>
              <a:t>.</a:t>
            </a:r>
          </a:p>
          <a:p>
            <a:pPr marL="171450" indent="-171450">
              <a:buFont typeface="Arial"/>
              <a:buChar char="•"/>
            </a:pPr>
            <a:r>
              <a:rPr lang="en-IN" sz="1100"/>
              <a:t>Strong expertise in building scalable end-to-end ETL/ELT pipelines using Medallion Architecture for enterprise data ingestion, transformation, validation, reconciliation, and migration workloads.</a:t>
            </a:r>
          </a:p>
          <a:p>
            <a:pPr marL="171450" indent="-171450">
              <a:buFont typeface="Arial"/>
              <a:buChar char="•"/>
            </a:pPr>
            <a:r>
              <a:rPr lang="en-IN" sz="1100"/>
              <a:t>Experienced in Retail and Manufacturing/Industrial domains, working with complex business processes, multiple business entities, and large-scale enterprise data.</a:t>
            </a:r>
          </a:p>
          <a:p>
            <a:pPr marL="171450" indent="-171450">
              <a:buFont typeface="Arial"/>
              <a:buChar char="•"/>
            </a:pPr>
            <a:r>
              <a:rPr lang="en-IN" sz="1100"/>
              <a:t>Experienced in enterprise-scale data migration involving complex data mappings, structured and semi-structured datasets, and high-volume data processing.</a:t>
            </a:r>
          </a:p>
          <a:p>
            <a:pPr marL="171450" indent="-171450">
              <a:buFont typeface="Arial"/>
              <a:buChar char="•"/>
            </a:pPr>
            <a:r>
              <a:rPr lang="en-IN" sz="1100"/>
              <a:t>Hands-on experience with ADF, Databricks, </a:t>
            </a:r>
            <a:r>
              <a:rPr lang="en-IN" sz="1100" err="1"/>
              <a:t>PySpark</a:t>
            </a:r>
            <a:r>
              <a:rPr lang="en-IN" sz="1100"/>
              <a:t>, Spark SQL, and Delta Lake, with strong focus on performance optimization through partitioning, batching, and parallel processing.</a:t>
            </a:r>
          </a:p>
          <a:p>
            <a:pPr marL="171450" indent="-171450">
              <a:buFont typeface="Arial"/>
              <a:buChar char="•"/>
            </a:pPr>
            <a:r>
              <a:rPr lang="en-IN" sz="1100"/>
              <a:t>Managed a team of 4 Data Engineers, providing technical guidance, establishing engineering standards, reviewing deliverables, and coordinating with architects, analysts, and business stakeholders.</a:t>
            </a:r>
          </a:p>
          <a:p>
            <a:pPr marL="171450" indent="-171450">
              <a:buFont typeface="Arial"/>
              <a:buChar char="•"/>
            </a:pPr>
            <a:r>
              <a:rPr lang="en-IN" sz="1100"/>
              <a:t>Developed scalable cloud data solutions supporting multiple enterprise business entities, with emphasis on reusable, secure, and maintainable pipelines.</a:t>
            </a:r>
          </a:p>
          <a:p>
            <a:pPr marL="171450" indent="-171450">
              <a:buFont typeface="Arial"/>
              <a:buChar char="•"/>
            </a:pPr>
            <a:r>
              <a:rPr lang="en-IN" sz="1100"/>
              <a:t>Strong experience in data validation, transformation, reconciliation, troubleshooting, CI/CD, and performance tuning.</a:t>
            </a:r>
          </a:p>
          <a:p>
            <a:pPr marL="171450" indent="-171450">
              <a:buFont typeface="Arial" panose="020B0604020202020204" pitchFamily="34" charset="0"/>
              <a:buChar char="•"/>
            </a:pPr>
            <a:endParaRPr lang="en-IN" sz="1100"/>
          </a:p>
          <a:p>
            <a:pPr marL="171450" indent="-171450">
              <a:buFont typeface="Arial" panose="020B0604020202020204" pitchFamily="34" charset="0"/>
              <a:buChar char="•"/>
            </a:pPr>
            <a:endParaRPr lang="en-IN" sz="1100"/>
          </a:p>
        </p:txBody>
      </p:sp>
      <p:sp>
        <p:nvSpPr>
          <p:cNvPr id="25" name="Shape 10">
            <a:extLst>
              <a:ext uri="{FF2B5EF4-FFF2-40B4-BE49-F238E27FC236}">
                <a16:creationId xmlns:a16="http://schemas.microsoft.com/office/drawing/2014/main" id="{DC41A463-8A0D-97EE-4442-AFA6D953948C}"/>
              </a:ext>
            </a:extLst>
          </p:cNvPr>
          <p:cNvSpPr/>
          <p:nvPr/>
        </p:nvSpPr>
        <p:spPr>
          <a:xfrm>
            <a:off x="7025640" y="1275080"/>
            <a:ext cx="4851400" cy="256031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BB77B0A8-B00C-AFF7-7562-F73D53EB595D}"/>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2711627B-CEEB-E4FF-B20E-35C5302B0DA3}"/>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83FCC5BB-BB73-7B51-CDD3-AEF9015588D8}"/>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6963C1F8-9E2F-CCBB-6852-3D3794E24CBC}"/>
              </a:ext>
            </a:extLst>
          </p:cNvPr>
          <p:cNvSpPr/>
          <p:nvPr/>
        </p:nvSpPr>
        <p:spPr>
          <a:xfrm>
            <a:off x="7096760" y="4111552"/>
            <a:ext cx="4770120" cy="229940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004538BC-1D29-7B21-251F-9C592918F2BA}"/>
              </a:ext>
            </a:extLst>
          </p:cNvPr>
          <p:cNvSpPr txBox="1"/>
          <p:nvPr/>
        </p:nvSpPr>
        <p:spPr>
          <a:xfrm>
            <a:off x="7190232" y="428717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8D3EC34C-FC17-7E97-6B0E-78D1E24B4F92}"/>
              </a:ext>
            </a:extLst>
          </p:cNvPr>
          <p:cNvSpPr txBox="1"/>
          <p:nvPr/>
        </p:nvSpPr>
        <p:spPr>
          <a:xfrm>
            <a:off x="7239000" y="4616359"/>
            <a:ext cx="4617720" cy="1715879"/>
          </a:xfrm>
          <a:prstGeom prst="rect">
            <a:avLst/>
          </a:prstGeom>
          <a:noFill/>
          <a:ln/>
        </p:spPr>
        <p:txBody>
          <a:bodyPr wrap="square" lIns="0" tIns="0" rIns="0" bIns="0" rtlCol="0" anchor="t"/>
          <a:lstStyle/>
          <a:p>
            <a:pPr marL="171450" indent="-171450">
              <a:buSzPct val="100000"/>
              <a:buFont typeface="Arial"/>
              <a:buChar char="•"/>
            </a:pPr>
            <a:r>
              <a:rPr lang="en-US" sz="1200"/>
              <a:t>Bachelor of Technology from Presidency University, Bengaluru, 2021. </a:t>
            </a:r>
          </a:p>
          <a:p>
            <a:pPr marL="171450" indent="-171450">
              <a:buSzPct val="100000"/>
              <a:buFont typeface="Arial"/>
              <a:buChar char="•"/>
            </a:pPr>
            <a:r>
              <a:rPr lang="en-US" sz="1200"/>
              <a:t>Databricks Certified Data Engineer Associate Certification.</a:t>
            </a:r>
          </a:p>
          <a:p>
            <a:pPr marL="171450" indent="-171450">
              <a:buSzPct val="100000"/>
              <a:buFont typeface="Arial"/>
              <a:buChar char="•"/>
            </a:pPr>
            <a:r>
              <a:rPr lang="en-US" sz="1200"/>
              <a:t>Microsoft Certified: Azure Data Engineer associate (DP-203)</a:t>
            </a:r>
          </a:p>
          <a:p>
            <a:pPr marL="171450" indent="-171450">
              <a:buSzPct val="100000"/>
              <a:buFont typeface="Arial"/>
              <a:buChar char="•"/>
            </a:pPr>
            <a:r>
              <a:rPr lang="en-US" sz="1200"/>
              <a:t>Microsoft Certified: Fabric Data Engineer Associate(DP-700)</a:t>
            </a:r>
          </a:p>
          <a:p>
            <a:pPr>
              <a:lnSpc>
                <a:spcPct val="100000"/>
              </a:lnSpc>
              <a:buSzPct val="100000"/>
            </a:pPr>
            <a:endParaRPr lang="en-IN" sz="1100"/>
          </a:p>
        </p:txBody>
      </p:sp>
      <p:sp>
        <p:nvSpPr>
          <p:cNvPr id="39" name="Shape 17">
            <a:extLst>
              <a:ext uri="{FF2B5EF4-FFF2-40B4-BE49-F238E27FC236}">
                <a16:creationId xmlns:a16="http://schemas.microsoft.com/office/drawing/2014/main" id="{29F128F7-1A55-0245-95CF-765EFDA6D41A}"/>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9B071F48-E735-F927-3801-2EE2A21C213D}"/>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F257FFA-4058-EA6B-F4E2-FD2E921B5653}"/>
              </a:ext>
            </a:extLst>
          </p:cNvPr>
          <p:cNvSpPr txBox="1"/>
          <p:nvPr/>
        </p:nvSpPr>
        <p:spPr>
          <a:xfrm>
            <a:off x="7190232" y="1748392"/>
            <a:ext cx="4532376" cy="198192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SzPct val="100000"/>
              <a:buFont typeface="Arial"/>
              <a:buChar char="•"/>
            </a:pPr>
            <a:r>
              <a:rPr lang="en-US" sz="1200" b="1">
                <a:ea typeface="+mn-lt"/>
                <a:cs typeface="+mn-lt"/>
              </a:rPr>
              <a:t>Azure &amp; Data Engineering:</a:t>
            </a:r>
            <a:r>
              <a:rPr lang="en-US" sz="1200">
                <a:ea typeface="+mn-lt"/>
                <a:cs typeface="+mn-lt"/>
              </a:rPr>
              <a:t> Databricks, Azure Data Factory, ADLS Gen2, Synapse Analytics, SQL server, ETL/ELT, Medallion Architecture, Key Vault, Logic Apps, </a:t>
            </a:r>
            <a:r>
              <a:rPr lang="en-US" sz="1200" err="1">
                <a:ea typeface="+mn-lt"/>
                <a:cs typeface="+mn-lt"/>
              </a:rPr>
              <a:t>CosmosDB</a:t>
            </a:r>
            <a:r>
              <a:rPr lang="en-US" sz="1200">
                <a:ea typeface="+mn-lt"/>
                <a:cs typeface="+mn-lt"/>
              </a:rPr>
              <a:t>, Data Migration, Data Modelling.</a:t>
            </a:r>
            <a:endParaRPr lang="en-US" sz="1200"/>
          </a:p>
          <a:p>
            <a:pPr defTabSz="1371600">
              <a:buSzPct val="100000"/>
              <a:defRPr/>
            </a:pPr>
            <a:endParaRPr lang="en-US" sz="1200">
              <a:solidFill>
                <a:srgbClr val="000000"/>
              </a:solidFill>
              <a:latin typeface="Aptos"/>
              <a:ea typeface="Calibri"/>
              <a:cs typeface="Arial"/>
            </a:endParaRPr>
          </a:p>
          <a:p>
            <a:pPr marL="171450" indent="-171450" defTabSz="1371600">
              <a:buSzPct val="100000"/>
              <a:buFont typeface="Arial"/>
              <a:buChar char="•"/>
              <a:defRPr/>
            </a:pPr>
            <a:r>
              <a:rPr lang="en-US" sz="1200" b="1">
                <a:solidFill>
                  <a:srgbClr val="000000"/>
                </a:solidFill>
                <a:ea typeface="Calibri"/>
                <a:cs typeface="Calibri"/>
              </a:rPr>
              <a:t>Programming &amp; Data Processing:</a:t>
            </a:r>
            <a:r>
              <a:rPr lang="en-US" sz="1200">
                <a:solidFill>
                  <a:srgbClr val="000000"/>
                </a:solidFill>
                <a:ea typeface="Calibri"/>
                <a:cs typeface="Calibri"/>
              </a:rPr>
              <a:t> SQL, </a:t>
            </a:r>
            <a:r>
              <a:rPr lang="en-US" sz="1200" err="1">
                <a:solidFill>
                  <a:srgbClr val="000000"/>
                </a:solidFill>
                <a:ea typeface="Calibri"/>
                <a:cs typeface="Calibri"/>
              </a:rPr>
              <a:t>PySpark</a:t>
            </a:r>
            <a:r>
              <a:rPr lang="en-US" sz="1200">
                <a:solidFill>
                  <a:srgbClr val="000000"/>
                </a:solidFill>
                <a:ea typeface="Calibri"/>
                <a:cs typeface="Calibri"/>
              </a:rPr>
              <a:t>, Spark SQL, Python, Apache Spark, Delta Lake, Data Validation, Data Reconciliation, Performance Tuning, Azure DevOps</a:t>
            </a:r>
          </a:p>
          <a:p>
            <a:pPr marL="171450" indent="-171450" defTabSz="1371600">
              <a:buSzPct val="100000"/>
              <a:buFont typeface="Arial"/>
              <a:buChar char="•"/>
              <a:defRPr/>
            </a:pPr>
            <a:endParaRPr lang="en-US" sz="1100">
              <a:solidFill>
                <a:srgbClr val="000000"/>
              </a:solidFill>
              <a:ea typeface="Calibri"/>
              <a:cs typeface="Calibri"/>
            </a:endParaRPr>
          </a:p>
          <a:p>
            <a:pPr defTabSz="1371600">
              <a:lnSpc>
                <a:spcPts val="1200"/>
              </a:lnSpc>
              <a:spcAft>
                <a:spcPts val="1000"/>
              </a:spcAft>
              <a:buSzPct val="100000"/>
              <a:defRPr/>
            </a:pPr>
            <a:endParaRPr lang="en-US" sz="1050">
              <a:solidFill>
                <a:srgbClr val="333333"/>
              </a:solidFill>
              <a:ea typeface="Calibri"/>
              <a:cs typeface="Calibri"/>
            </a:endParaRPr>
          </a:p>
        </p:txBody>
      </p:sp>
      <p:pic>
        <p:nvPicPr>
          <p:cNvPr id="2" name="Picture 1">
            <a:extLst>
              <a:ext uri="{FF2B5EF4-FFF2-40B4-BE49-F238E27FC236}">
                <a16:creationId xmlns:a16="http://schemas.microsoft.com/office/drawing/2014/main" id="{7E408C4C-6B25-3EA2-ED6A-2A784C4A2AD4}"/>
              </a:ext>
            </a:extLst>
          </p:cNvPr>
          <p:cNvPicPr>
            <a:picLocks noChangeAspect="1"/>
          </p:cNvPicPr>
          <p:nvPr/>
        </p:nvPicPr>
        <p:blipFill>
          <a:blip r:embed="rId3"/>
          <a:stretch>
            <a:fillRect/>
          </a:stretch>
        </p:blipFill>
        <p:spPr>
          <a:xfrm>
            <a:off x="132080" y="2407920"/>
            <a:ext cx="1971040" cy="2651760"/>
          </a:xfrm>
          <a:prstGeom prst="rect">
            <a:avLst/>
          </a:prstGeom>
        </p:spPr>
      </p:pic>
    </p:spTree>
    <p:extLst>
      <p:ext uri="{BB962C8B-B14F-4D97-AF65-F5344CB8AC3E}">
        <p14:creationId xmlns:p14="http://schemas.microsoft.com/office/powerpoint/2010/main" val="754271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5548A-E957-6281-BA76-232E50733AD5}"/>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7C5687F-1C29-AA26-4E6E-CDEF5B51CC29}"/>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E8CEE829-4248-5DDC-80E9-3B3F21CD5214}"/>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72B173EB-7D0B-6161-05F0-2A94A20E0020}"/>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FC27E182-F647-19D8-0F38-5946D3B49955}"/>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6D1E3525-E7CF-55C2-29DD-F1E4A79BBDDB}"/>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Srija Kotipalli</a:t>
            </a:r>
            <a:endParaRPr lang="en-US"/>
          </a:p>
          <a:p>
            <a:pPr marL="0" indent="0">
              <a:buNone/>
            </a:pPr>
            <a:endParaRPr lang="en-US" sz="1800"/>
          </a:p>
        </p:txBody>
      </p:sp>
      <p:sp>
        <p:nvSpPr>
          <p:cNvPr id="15" name="Text 4">
            <a:extLst>
              <a:ext uri="{FF2B5EF4-FFF2-40B4-BE49-F238E27FC236}">
                <a16:creationId xmlns:a16="http://schemas.microsoft.com/office/drawing/2014/main" id="{5807A922-33EF-9F26-CAE5-9B9F8A8E7E83}"/>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Data Engineer</a:t>
            </a:r>
          </a:p>
        </p:txBody>
      </p:sp>
      <p:sp>
        <p:nvSpPr>
          <p:cNvPr id="17" name="Shape 5">
            <a:extLst>
              <a:ext uri="{FF2B5EF4-FFF2-40B4-BE49-F238E27FC236}">
                <a16:creationId xmlns:a16="http://schemas.microsoft.com/office/drawing/2014/main" id="{FA1EC687-764E-A5E6-0F87-8F486B51E3DA}"/>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1012C362-6C5E-2F4F-EC7B-99D9094BCA94}"/>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E045342D-0ED1-6CB0-5C39-1FAF216E8DBB}"/>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29C64-4718-755F-3C03-B745A6DEB7A4}"/>
              </a:ext>
            </a:extLst>
          </p:cNvPr>
          <p:cNvSpPr txBox="1"/>
          <p:nvPr/>
        </p:nvSpPr>
        <p:spPr>
          <a:xfrm>
            <a:off x="2499489" y="1714272"/>
            <a:ext cx="4361688" cy="4647548"/>
          </a:xfrm>
          <a:prstGeom prst="rect">
            <a:avLst/>
          </a:prstGeom>
          <a:noFill/>
          <a:ln/>
        </p:spPr>
        <p:txBody>
          <a:bodyPr wrap="square" lIns="0" tIns="0" rIns="0" bIns="0" rtlCol="0" anchor="t"/>
          <a:lstStyle/>
          <a:p>
            <a:pPr marL="171450" indent="-171450">
              <a:buFont typeface="Arial"/>
              <a:buChar char="•"/>
            </a:pPr>
            <a:r>
              <a:rPr lang="en-IN" sz="1100"/>
              <a:t>Databricks Certified Data Engineer Associate with 3.5+ years of experience designing and delivering enterprise-scale data engineering solutions on Azure and Databricks platforms.</a:t>
            </a:r>
            <a:endParaRPr lang="en-US" sz="1100"/>
          </a:p>
          <a:p>
            <a:pPr marL="171450" indent="-171450">
              <a:buFont typeface="Arial"/>
              <a:buChar char="•"/>
            </a:pPr>
            <a:r>
              <a:rPr lang="en-IN" sz="1100"/>
              <a:t>Expertise in building scalable ETL/ELT pipelines using Azure Databricks, </a:t>
            </a:r>
            <a:r>
              <a:rPr lang="en-IN" sz="1100" err="1"/>
              <a:t>PySpark</a:t>
            </a:r>
            <a:r>
              <a:rPr lang="en-IN" sz="1100"/>
              <a:t>, Azure Data Factory (ADF), ADLS, and Azure SQL Database, enabling reliable and high-performance data processing.</a:t>
            </a:r>
          </a:p>
          <a:p>
            <a:pPr marL="171450" indent="-171450">
              <a:buFont typeface="Arial"/>
              <a:buChar char="•"/>
            </a:pPr>
            <a:r>
              <a:rPr lang="en-IN" sz="1100"/>
              <a:t>Played a key role in large-scale Oracle PL/SQL to Databricks migration initiatives, accelerating cloud modernization and reducing dependency on legacy data platforms.</a:t>
            </a:r>
          </a:p>
          <a:p>
            <a:pPr marL="171450" indent="-171450">
              <a:buFont typeface="Arial"/>
              <a:buChar char="•"/>
            </a:pPr>
            <a:r>
              <a:rPr lang="en-IN" sz="1100"/>
              <a:t>Developed metadata-driven and reusable data frameworks that improved development efficiency, streamlined deployments, and reduced manual effort across multiple environments.</a:t>
            </a:r>
          </a:p>
          <a:p>
            <a:pPr marL="171450" indent="-171450">
              <a:buFont typeface="Arial"/>
              <a:buChar char="•"/>
            </a:pPr>
            <a:r>
              <a:rPr lang="en-IN" sz="1100"/>
              <a:t>Designed and implemented Medallion Architecture (Bronze, Silver, Gold) and Delta Lake solutions to support trusted, analytics-ready datasets for business reporting and decision-making.</a:t>
            </a:r>
          </a:p>
          <a:p>
            <a:pPr marL="171450" indent="-171450">
              <a:buFont typeface="Arial"/>
              <a:buChar char="•"/>
            </a:pPr>
            <a:r>
              <a:rPr lang="en-IN" sz="1100">
                <a:latin typeface="Segoe UI"/>
                <a:cs typeface="Segoe UI"/>
              </a:rPr>
              <a:t>Worked on data ingestion, transformation, validation, and reconciliation processes to ensure data accuracy and support business reporting.</a:t>
            </a:r>
            <a:endParaRPr lang="en-IN">
              <a:latin typeface="Segoe UI"/>
              <a:cs typeface="Segoe UI"/>
            </a:endParaRPr>
          </a:p>
          <a:p>
            <a:pPr marL="171450" indent="-171450">
              <a:buFont typeface="Arial"/>
              <a:buChar char="•"/>
            </a:pPr>
            <a:r>
              <a:rPr lang="en-IN" sz="1100"/>
              <a:t>Strong background in performance tuning, troubleshooting, production support, and optimizing data workloads for scalability, reliability, and maintainability.</a:t>
            </a:r>
          </a:p>
          <a:p>
            <a:pPr marL="171450" indent="-171450">
              <a:buFont typeface="Arial"/>
              <a:buChar char="•"/>
            </a:pPr>
            <a:r>
              <a:rPr lang="en-IN" sz="1100"/>
              <a:t>Passionate about leveraging modern cloud and data technologies to transform business data into actionable insights and drive data-driven decision-making</a:t>
            </a:r>
            <a:r>
              <a:rPr lang="en-IN" sz="1100">
                <a:latin typeface="Segoe UI"/>
                <a:cs typeface="Segoe UI"/>
              </a:rPr>
              <a:t>.</a:t>
            </a:r>
            <a:endParaRPr lang="en-IN"/>
          </a:p>
          <a:p>
            <a:endParaRPr lang="en-IN" sz="1050"/>
          </a:p>
        </p:txBody>
      </p:sp>
      <p:sp>
        <p:nvSpPr>
          <p:cNvPr id="25" name="Shape 10">
            <a:extLst>
              <a:ext uri="{FF2B5EF4-FFF2-40B4-BE49-F238E27FC236}">
                <a16:creationId xmlns:a16="http://schemas.microsoft.com/office/drawing/2014/main" id="{BFFE418A-F68C-565B-21DD-B512A4D75CB7}"/>
              </a:ext>
            </a:extLst>
          </p:cNvPr>
          <p:cNvSpPr/>
          <p:nvPr/>
        </p:nvSpPr>
        <p:spPr>
          <a:xfrm>
            <a:off x="7025640" y="1275080"/>
            <a:ext cx="4851400" cy="256031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C6B53CA1-3642-E13E-6A4C-3945F910D972}"/>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2CB1F925-A9A3-9C77-AD97-16552AE328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C28B2219-4728-4FF0-F7FA-148D73472A41}"/>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FC6617C2-266A-8673-C73B-38E52DE55495}"/>
              </a:ext>
            </a:extLst>
          </p:cNvPr>
          <p:cNvSpPr/>
          <p:nvPr/>
        </p:nvSpPr>
        <p:spPr>
          <a:xfrm>
            <a:off x="7096760" y="4111552"/>
            <a:ext cx="4770120" cy="229940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B013DCA2-A3F4-3978-0279-3F6CF6E59F5E}"/>
              </a:ext>
            </a:extLst>
          </p:cNvPr>
          <p:cNvSpPr txBox="1"/>
          <p:nvPr/>
        </p:nvSpPr>
        <p:spPr>
          <a:xfrm>
            <a:off x="7190232" y="428717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B02124B4-589A-1399-221E-8B3A2629D5A8}"/>
              </a:ext>
            </a:extLst>
          </p:cNvPr>
          <p:cNvSpPr txBox="1"/>
          <p:nvPr/>
        </p:nvSpPr>
        <p:spPr>
          <a:xfrm>
            <a:off x="7239000" y="4616359"/>
            <a:ext cx="4617720" cy="1715879"/>
          </a:xfrm>
          <a:prstGeom prst="rect">
            <a:avLst/>
          </a:prstGeom>
          <a:noFill/>
          <a:ln/>
        </p:spPr>
        <p:txBody>
          <a:bodyPr wrap="square" lIns="0" tIns="0" rIns="0" bIns="0" rtlCol="0" anchor="t"/>
          <a:lstStyle/>
          <a:p>
            <a:pPr marL="171450" indent="-171450">
              <a:buSzPct val="100000"/>
              <a:buFont typeface="Arial"/>
              <a:buChar char="•"/>
            </a:pPr>
            <a:r>
              <a:rPr lang="en-US" sz="1200"/>
              <a:t>Bachelor of Technology from JNTUK.</a:t>
            </a:r>
            <a:endParaRPr lang="en-US">
              <a:latin typeface="Aptos" panose="02110004020202020204"/>
              <a:ea typeface="Calibri"/>
              <a:cs typeface="Calibri"/>
            </a:endParaRPr>
          </a:p>
          <a:p>
            <a:pPr marL="171450" indent="-171450">
              <a:buSzPct val="100000"/>
              <a:buFont typeface="Arial"/>
              <a:buChar char="•"/>
            </a:pPr>
            <a:r>
              <a:rPr lang="en-US" sz="1200"/>
              <a:t>Databricks Certified Data Engineer Associate – Databricks(2026)</a:t>
            </a:r>
          </a:p>
          <a:p>
            <a:pPr>
              <a:lnSpc>
                <a:spcPct val="100000"/>
              </a:lnSpc>
            </a:pPr>
            <a:endParaRPr lang="en-IN" sz="1100"/>
          </a:p>
        </p:txBody>
      </p:sp>
      <p:sp>
        <p:nvSpPr>
          <p:cNvPr id="39" name="Shape 17">
            <a:extLst>
              <a:ext uri="{FF2B5EF4-FFF2-40B4-BE49-F238E27FC236}">
                <a16:creationId xmlns:a16="http://schemas.microsoft.com/office/drawing/2014/main" id="{1C450600-C351-BFFB-5A3B-A802FEBA03FB}"/>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B9D30C42-B1F6-378A-320A-4CAF4265D839}"/>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9539F603-5D97-4E4F-00AB-DB6243B0B869}"/>
              </a:ext>
            </a:extLst>
          </p:cNvPr>
          <p:cNvSpPr txBox="1"/>
          <p:nvPr/>
        </p:nvSpPr>
        <p:spPr>
          <a:xfrm>
            <a:off x="7190232" y="1748392"/>
            <a:ext cx="4532376" cy="198192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SzPct val="100000"/>
              <a:buFont typeface="Arial"/>
              <a:buChar char="•"/>
            </a:pPr>
            <a:r>
              <a:rPr lang="en-US" sz="1100" b="1">
                <a:latin typeface="Calibri"/>
                <a:ea typeface="Calibri"/>
                <a:cs typeface="Calibri"/>
              </a:rPr>
              <a:t>Programming Languages</a:t>
            </a:r>
            <a:r>
              <a:rPr lang="en-US" sz="1100">
                <a:latin typeface="Calibri"/>
                <a:ea typeface="Calibri"/>
                <a:cs typeface="Calibri"/>
              </a:rPr>
              <a:t>: SQL, Python, </a:t>
            </a:r>
            <a:r>
              <a:rPr lang="en-US" sz="1100" err="1">
                <a:latin typeface="Calibri"/>
                <a:ea typeface="Calibri"/>
                <a:cs typeface="Calibri"/>
              </a:rPr>
              <a:t>PySpark</a:t>
            </a:r>
            <a:r>
              <a:rPr lang="en-US" sz="1100">
                <a:latin typeface="Calibri"/>
                <a:ea typeface="Calibri"/>
                <a:cs typeface="Calibri"/>
              </a:rPr>
              <a:t> </a:t>
            </a:r>
            <a:endParaRPr lang="en-US" sz="1200">
              <a:ea typeface="+mn-lt"/>
              <a:cs typeface="+mn-lt"/>
            </a:endParaRPr>
          </a:p>
          <a:p>
            <a:pPr algn="just">
              <a:buSzPct val="100000"/>
              <a:buFont typeface="Arial"/>
              <a:buChar char="•"/>
            </a:pPr>
            <a:r>
              <a:rPr lang="en-US" sz="1100" b="1">
                <a:latin typeface="Calibri"/>
                <a:ea typeface="Calibri"/>
                <a:cs typeface="Calibri"/>
              </a:rPr>
              <a:t>Cloud Platforms:</a:t>
            </a:r>
            <a:r>
              <a:rPr lang="en-US" sz="1100">
                <a:latin typeface="Calibri"/>
                <a:ea typeface="Calibri"/>
                <a:cs typeface="Calibri"/>
              </a:rPr>
              <a:t> Microsoft Azure (ADF, ADB, ADLS, Azure SQL, Azure Functions, Logic Apps) </a:t>
            </a:r>
            <a:endParaRPr lang="en-US"/>
          </a:p>
          <a:p>
            <a:pPr algn="just" defTabSz="1371600">
              <a:buSzPct val="100000"/>
              <a:buFont typeface="Arial"/>
              <a:buChar char="•"/>
              <a:defRPr/>
            </a:pPr>
            <a:r>
              <a:rPr lang="en-US" sz="1100" b="1">
                <a:solidFill>
                  <a:srgbClr val="000000"/>
                </a:solidFill>
                <a:latin typeface="Calibri"/>
                <a:ea typeface="Calibri"/>
                <a:cs typeface="Calibri"/>
              </a:rPr>
              <a:t>Data Processing:</a:t>
            </a:r>
            <a:r>
              <a:rPr lang="en-US" sz="1100">
                <a:solidFill>
                  <a:srgbClr val="000000"/>
                </a:solidFill>
                <a:latin typeface="Calibri"/>
                <a:ea typeface="Calibri"/>
                <a:cs typeface="Calibri"/>
              </a:rPr>
              <a:t> Azure Data Factory, Data Pipelines, Medallion Architecture </a:t>
            </a:r>
            <a:endParaRPr lang="en-US"/>
          </a:p>
          <a:p>
            <a:pPr algn="just" defTabSz="1371600">
              <a:buSzPct val="100000"/>
              <a:buFont typeface="Arial"/>
              <a:buChar char="•"/>
              <a:defRPr/>
            </a:pPr>
            <a:r>
              <a:rPr lang="en-US" sz="1100" b="1">
                <a:solidFill>
                  <a:srgbClr val="000000"/>
                </a:solidFill>
                <a:latin typeface="Calibri"/>
                <a:ea typeface="Calibri"/>
                <a:cs typeface="Calibri"/>
              </a:rPr>
              <a:t>Data Governance</a:t>
            </a:r>
            <a:r>
              <a:rPr lang="en-US" sz="1100">
                <a:solidFill>
                  <a:srgbClr val="000000"/>
                </a:solidFill>
                <a:latin typeface="Calibri"/>
                <a:ea typeface="Calibri"/>
                <a:cs typeface="Calibri"/>
              </a:rPr>
              <a:t>: Unity Catalog, Row-Level Security &amp; Azure Key Vault</a:t>
            </a:r>
            <a:endParaRPr lang="en-US"/>
          </a:p>
          <a:p>
            <a:pPr algn="just" defTabSz="1371600">
              <a:buSzPct val="100000"/>
              <a:buFont typeface="Arial"/>
              <a:buChar char="•"/>
              <a:defRPr/>
            </a:pPr>
            <a:r>
              <a:rPr lang="en-US" sz="1100" b="1">
                <a:solidFill>
                  <a:srgbClr val="000000"/>
                </a:solidFill>
                <a:latin typeface="Calibri"/>
                <a:ea typeface="Calibri"/>
                <a:cs typeface="Calibri"/>
              </a:rPr>
              <a:t>Integration:</a:t>
            </a:r>
            <a:r>
              <a:rPr lang="en-US" sz="1100">
                <a:solidFill>
                  <a:srgbClr val="000000"/>
                </a:solidFill>
                <a:latin typeface="Calibri"/>
                <a:ea typeface="Calibri"/>
                <a:cs typeface="Calibri"/>
              </a:rPr>
              <a:t> Salesforce Integration </a:t>
            </a:r>
            <a:endParaRPr lang="en-US"/>
          </a:p>
          <a:p>
            <a:pPr marL="171450" indent="-171450" defTabSz="1371600">
              <a:buSzPct val="100000"/>
              <a:buFont typeface="Arial"/>
              <a:buChar char="•"/>
              <a:defRPr/>
            </a:pPr>
            <a:endParaRPr lang="en-US" sz="1200">
              <a:solidFill>
                <a:srgbClr val="000000"/>
              </a:solidFill>
              <a:ea typeface="Calibri"/>
              <a:cs typeface="Calibri"/>
            </a:endParaRPr>
          </a:p>
          <a:p>
            <a:pPr marL="171450" indent="-171450" defTabSz="1371600">
              <a:buSzPct val="100000"/>
              <a:buFont typeface="Arial"/>
              <a:buChar char="•"/>
              <a:defRPr/>
            </a:pPr>
            <a:endParaRPr lang="en-US" sz="1100">
              <a:solidFill>
                <a:srgbClr val="000000"/>
              </a:solidFill>
              <a:ea typeface="Calibri"/>
              <a:cs typeface="Calibri"/>
            </a:endParaRPr>
          </a:p>
          <a:p>
            <a:pPr defTabSz="1371600">
              <a:lnSpc>
                <a:spcPts val="1200"/>
              </a:lnSpc>
              <a:spcAft>
                <a:spcPts val="1000"/>
              </a:spcAft>
              <a:buSzPct val="100000"/>
              <a:defRPr/>
            </a:pPr>
            <a:endParaRPr lang="en-US" sz="1050">
              <a:solidFill>
                <a:srgbClr val="333333"/>
              </a:solidFill>
              <a:ea typeface="Calibri"/>
              <a:cs typeface="Calibri"/>
            </a:endParaRPr>
          </a:p>
        </p:txBody>
      </p:sp>
      <p:pic>
        <p:nvPicPr>
          <p:cNvPr id="4" name="Picture 3">
            <a:extLst>
              <a:ext uri="{FF2B5EF4-FFF2-40B4-BE49-F238E27FC236}">
                <a16:creationId xmlns:a16="http://schemas.microsoft.com/office/drawing/2014/main" id="{7C67594E-3E4B-9F5F-AFB5-8C811AC2D8FD}"/>
              </a:ext>
            </a:extLst>
          </p:cNvPr>
          <p:cNvPicPr>
            <a:picLocks noChangeAspect="1"/>
          </p:cNvPicPr>
          <p:nvPr/>
        </p:nvPicPr>
        <p:blipFill>
          <a:blip r:embed="rId3"/>
          <a:stretch>
            <a:fillRect/>
          </a:stretch>
        </p:blipFill>
        <p:spPr>
          <a:xfrm>
            <a:off x="305106" y="2457717"/>
            <a:ext cx="1461140" cy="1609862"/>
          </a:xfrm>
          <a:prstGeom prst="rect">
            <a:avLst/>
          </a:prstGeom>
        </p:spPr>
      </p:pic>
    </p:spTree>
    <p:extLst>
      <p:ext uri="{BB962C8B-B14F-4D97-AF65-F5344CB8AC3E}">
        <p14:creationId xmlns:p14="http://schemas.microsoft.com/office/powerpoint/2010/main" val="3421184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2B61E-9854-3A50-72F7-F3D8B156940E}"/>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E3CEB62-9C53-3023-11D1-7C33B081786F}"/>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2C11C264-B370-1F3D-8783-75A47505359F}"/>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CA33FE83-0D2D-E9BD-F2AE-F35CE72470A8}"/>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98DB450C-FE18-294A-8947-D57686BB7781}"/>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8A2D911E-BC4D-A2CA-4EF4-1B4FF8474BD5}"/>
              </a:ext>
            </a:extLst>
          </p:cNvPr>
          <p:cNvSpPr txBox="1"/>
          <p:nvPr/>
        </p:nvSpPr>
        <p:spPr>
          <a:xfrm>
            <a:off x="320040" y="1920238"/>
            <a:ext cx="1527048" cy="274321"/>
          </a:xfrm>
          <a:prstGeom prst="rect">
            <a:avLst/>
          </a:prstGeom>
          <a:noFill/>
          <a:ln/>
        </p:spPr>
        <p:txBody>
          <a:bodyPr wrap="square" lIns="0" tIns="0" rIns="0" bIns="0" rtlCol="0" anchor="ctr"/>
          <a:lstStyle/>
          <a:p>
            <a:r>
              <a:rPr lang="en-US" b="1">
                <a:solidFill>
                  <a:srgbClr val="0253D2"/>
                </a:solidFill>
                <a:latin typeface="Calibri"/>
                <a:ea typeface="Calibri"/>
                <a:cs typeface="Calibri"/>
              </a:rPr>
              <a:t>Kavya Shree Ramasamy</a:t>
            </a:r>
            <a:endParaRPr lang="en-US"/>
          </a:p>
          <a:p>
            <a:pPr marL="0" indent="0">
              <a:buNone/>
            </a:pPr>
            <a:endParaRPr lang="en-US" b="1">
              <a:solidFill>
                <a:srgbClr val="0253D2"/>
              </a:solidFill>
              <a:latin typeface="Calibri" pitchFamily="34" charset="0"/>
              <a:ea typeface="Calibri" pitchFamily="34" charset="-122"/>
              <a:cs typeface="Calibri" pitchFamily="34" charset="-120"/>
            </a:endParaRPr>
          </a:p>
          <a:p>
            <a:pPr marL="0" indent="0">
              <a:buNone/>
            </a:pPr>
            <a:endParaRPr lang="en-US" sz="1800" b="1">
              <a:solidFill>
                <a:srgbClr val="0253D2"/>
              </a:solidFill>
              <a:latin typeface="Calibri"/>
              <a:ea typeface="Calibri"/>
              <a:cs typeface="Calibri"/>
            </a:endParaRPr>
          </a:p>
          <a:p>
            <a:r>
              <a:rPr lang="en-US" b="1">
                <a:latin typeface="Calibri"/>
                <a:ea typeface="Calibri"/>
                <a:cs typeface="Calibri"/>
              </a:rPr>
              <a:t>Data Engineer</a:t>
            </a:r>
          </a:p>
          <a:p>
            <a:endParaRPr lang="en-US"/>
          </a:p>
        </p:txBody>
      </p:sp>
      <p:sp>
        <p:nvSpPr>
          <p:cNvPr id="17" name="Shape 5">
            <a:extLst>
              <a:ext uri="{FF2B5EF4-FFF2-40B4-BE49-F238E27FC236}">
                <a16:creationId xmlns:a16="http://schemas.microsoft.com/office/drawing/2014/main" id="{777E9DE9-0C38-3624-E951-3C2B5D212169}"/>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9AC8C5CA-9188-D041-28C4-FCE4C009A326}"/>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SUMMARY</a:t>
            </a:r>
            <a:endParaRPr lang="en-US" sz="1600"/>
          </a:p>
        </p:txBody>
      </p:sp>
      <p:sp>
        <p:nvSpPr>
          <p:cNvPr id="21" name="Shape 7">
            <a:extLst>
              <a:ext uri="{FF2B5EF4-FFF2-40B4-BE49-F238E27FC236}">
                <a16:creationId xmlns:a16="http://schemas.microsoft.com/office/drawing/2014/main" id="{9A81C5EA-BAFA-55F9-6296-77E72EFAB518}"/>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7C15BBA9-CE25-9FC3-CFFC-DD864F349CF4}"/>
              </a:ext>
            </a:extLst>
          </p:cNvPr>
          <p:cNvSpPr txBox="1"/>
          <p:nvPr/>
        </p:nvSpPr>
        <p:spPr>
          <a:xfrm>
            <a:off x="2368590" y="1645920"/>
            <a:ext cx="4324818" cy="4589698"/>
          </a:xfrm>
          <a:prstGeom prst="rect">
            <a:avLst/>
          </a:prstGeom>
          <a:noFill/>
          <a:ln/>
        </p:spPr>
        <p:txBody>
          <a:bodyPr wrap="square" lIns="0" tIns="0" rIns="0" bIns="0" rtlCol="0" anchor="t"/>
          <a:lstStyle/>
          <a:p>
            <a:endParaRPr lang="en-US" sz="1300">
              <a:latin typeface="Calibri"/>
              <a:ea typeface="Calibri"/>
              <a:cs typeface="Calibri"/>
            </a:endParaRPr>
          </a:p>
          <a:p>
            <a:pPr marL="285750" indent="-285750">
              <a:spcAft>
                <a:spcPts val="600"/>
              </a:spcAft>
              <a:buFont typeface="Arial"/>
              <a:buChar char="•"/>
            </a:pPr>
            <a:r>
              <a:rPr lang="en-US" sz="1300"/>
              <a:t>Software Engineer with 1+ year of hands-on experience in delivering BI solutions, designing domain ontologies, and working with data pipelines using Microsoft Fabric and Databricks.</a:t>
            </a:r>
            <a:endParaRPr lang="en-US"/>
          </a:p>
          <a:p>
            <a:pPr marL="285750" indent="-285750">
              <a:spcAft>
                <a:spcPts val="600"/>
              </a:spcAft>
              <a:buFont typeface="Arial"/>
              <a:buChar char="•"/>
            </a:pPr>
            <a:r>
              <a:rPr lang="en-US" sz="1300"/>
              <a:t>Proficient in SQL ,Python, </a:t>
            </a:r>
            <a:r>
              <a:rPr lang="en-US" sz="1300" err="1"/>
              <a:t>PySpark</a:t>
            </a:r>
            <a:r>
              <a:rPr lang="en-US" sz="1300"/>
              <a:t>, Databricks and Power BI , with working knowledge of ETL, data warehousing and data modeling.</a:t>
            </a:r>
          </a:p>
          <a:p>
            <a:pPr marL="285750" indent="-285750">
              <a:spcAft>
                <a:spcPts val="600"/>
              </a:spcAft>
              <a:buFont typeface="Arial"/>
              <a:buChar char="•"/>
            </a:pPr>
            <a:r>
              <a:rPr lang="en-US" sz="1300">
                <a:latin typeface="Aptos"/>
                <a:ea typeface="Calibri"/>
                <a:cs typeface="Calibri"/>
              </a:rPr>
              <a:t>Experienced in building Power BI dashboards and reports, developing DAX measures and KPIs to translate  business requirements into actionable insights. </a:t>
            </a:r>
            <a:endParaRPr lang="en-US" sz="1300">
              <a:latin typeface="Aptos"/>
            </a:endParaRPr>
          </a:p>
          <a:p>
            <a:pPr marL="285750" indent="-285750">
              <a:spcAft>
                <a:spcPts val="600"/>
              </a:spcAft>
              <a:buFont typeface="Arial"/>
              <a:buChar char="•"/>
            </a:pPr>
            <a:r>
              <a:rPr lang="en-US" sz="1300">
                <a:latin typeface="Aptos"/>
                <a:ea typeface="Calibri"/>
                <a:cs typeface="Calibri"/>
              </a:rPr>
              <a:t>Designed and implemented an </a:t>
            </a:r>
            <a:r>
              <a:rPr lang="en-US" sz="1300" err="1">
                <a:latin typeface="Aptos"/>
                <a:ea typeface="Calibri"/>
                <a:cs typeface="Calibri"/>
              </a:rPr>
              <a:t>OntoBricks</a:t>
            </a:r>
            <a:r>
              <a:rPr lang="en-US" sz="1300">
                <a:latin typeface="Aptos"/>
                <a:ea typeface="Calibri"/>
                <a:cs typeface="Calibri"/>
              </a:rPr>
              <a:t>-based ontology for Property &amp; Casualty (P&amp;C) insurance data within the Databricks Lakehouse, defining business entities, relationships, and semantic structures to support data analysis and AI-driven use cases.</a:t>
            </a:r>
            <a:endParaRPr lang="en-US" sz="1300">
              <a:latin typeface="Aptos"/>
            </a:endParaRPr>
          </a:p>
          <a:p>
            <a:pPr marL="285750" indent="-285750">
              <a:spcAft>
                <a:spcPts val="600"/>
              </a:spcAft>
              <a:buFont typeface="Arial"/>
              <a:buChar char="•"/>
            </a:pPr>
            <a:r>
              <a:rPr lang="en-US" sz="1300">
                <a:latin typeface="Aptos"/>
                <a:ea typeface="Calibri"/>
                <a:cs typeface="Calibri"/>
              </a:rPr>
              <a:t>Strong understanding of insurance business processes and requirements, with the ability to translate business insights into scalable data solutions, semantic models, and actionable reporting frameworks.</a:t>
            </a:r>
            <a:endParaRPr lang="en-US" sz="1300">
              <a:latin typeface="Aptos"/>
            </a:endParaRPr>
          </a:p>
          <a:p>
            <a:pPr marL="285750" indent="-285750">
              <a:spcAft>
                <a:spcPts val="600"/>
              </a:spcAft>
              <a:buFont typeface="Arial"/>
              <a:buChar char="•"/>
            </a:pPr>
            <a:endParaRPr lang="en-US" sz="1400">
              <a:latin typeface="Calibri"/>
              <a:ea typeface="Calibri"/>
              <a:cs typeface="Calibri"/>
            </a:endParaRPr>
          </a:p>
          <a:p>
            <a:pPr marL="285750" indent="-285750">
              <a:spcAft>
                <a:spcPts val="600"/>
              </a:spcAft>
              <a:buFont typeface="Arial"/>
              <a:buChar char="•"/>
            </a:pPr>
            <a:endParaRPr lang="en-US" sz="1400">
              <a:latin typeface="Calibri"/>
              <a:ea typeface="Calibri"/>
              <a:cs typeface="Calibri"/>
            </a:endParaRPr>
          </a:p>
          <a:p>
            <a:endParaRPr lang="en-US" sz="1100"/>
          </a:p>
        </p:txBody>
      </p:sp>
      <p:sp>
        <p:nvSpPr>
          <p:cNvPr id="25" name="Shape 10">
            <a:extLst>
              <a:ext uri="{FF2B5EF4-FFF2-40B4-BE49-F238E27FC236}">
                <a16:creationId xmlns:a16="http://schemas.microsoft.com/office/drawing/2014/main" id="{3A889FD6-6D0E-7071-2A12-34641F99B088}"/>
              </a:ext>
            </a:extLst>
          </p:cNvPr>
          <p:cNvSpPr/>
          <p:nvPr/>
        </p:nvSpPr>
        <p:spPr>
          <a:xfrm>
            <a:off x="7086600" y="1234440"/>
            <a:ext cx="4800600" cy="295351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C3FF00A9-2DEE-6389-35A5-8195BC78E97C}"/>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TECHNICAL SKILLS</a:t>
            </a:r>
            <a:endParaRPr lang="en-US" sz="1600"/>
          </a:p>
        </p:txBody>
      </p:sp>
      <p:sp>
        <p:nvSpPr>
          <p:cNvPr id="29" name="Shape 12">
            <a:extLst>
              <a:ext uri="{FF2B5EF4-FFF2-40B4-BE49-F238E27FC236}">
                <a16:creationId xmlns:a16="http://schemas.microsoft.com/office/drawing/2014/main" id="{B87B3413-319F-3D57-37E7-F2BAB877872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03ED0566-E8BF-4545-8C4F-A931ABE23D9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5" name="Text 15">
            <a:extLst>
              <a:ext uri="{FF2B5EF4-FFF2-40B4-BE49-F238E27FC236}">
                <a16:creationId xmlns:a16="http://schemas.microsoft.com/office/drawing/2014/main" id="{F7CF44C3-9827-7F7E-362E-4418D2E0F56D}"/>
              </a:ext>
            </a:extLst>
          </p:cNvPr>
          <p:cNvSpPr txBox="1"/>
          <p:nvPr/>
        </p:nvSpPr>
        <p:spPr>
          <a:xfrm>
            <a:off x="7086600" y="4458398"/>
            <a:ext cx="4636008" cy="659386"/>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EDUCATION &amp; CERTIFICATIONS</a:t>
            </a:r>
            <a:endParaRPr lang="en-US" sz="1600"/>
          </a:p>
        </p:txBody>
      </p:sp>
      <p:sp>
        <p:nvSpPr>
          <p:cNvPr id="37" name="Text 16">
            <a:extLst>
              <a:ext uri="{FF2B5EF4-FFF2-40B4-BE49-F238E27FC236}">
                <a16:creationId xmlns:a16="http://schemas.microsoft.com/office/drawing/2014/main" id="{AA1DB646-0670-9538-BE9E-F627C3B893FC}"/>
              </a:ext>
            </a:extLst>
          </p:cNvPr>
          <p:cNvSpPr txBox="1"/>
          <p:nvPr/>
        </p:nvSpPr>
        <p:spPr>
          <a:xfrm>
            <a:off x="7086600" y="5109249"/>
            <a:ext cx="4407408" cy="1146455"/>
          </a:xfrm>
          <a:prstGeom prst="rect">
            <a:avLst/>
          </a:prstGeom>
          <a:noFill/>
          <a:ln/>
        </p:spPr>
        <p:txBody>
          <a:bodyPr wrap="square" lIns="0" tIns="0" rIns="0" bIns="0" rtlCol="0" anchor="t"/>
          <a:lstStyle/>
          <a:p>
            <a:r>
              <a:rPr lang="en-US" sz="1400">
                <a:latin typeface="Aptos"/>
                <a:ea typeface="Calibri"/>
                <a:cs typeface="Calibri"/>
              </a:rPr>
              <a:t>B.E in CSE —Dr N.G.P  Institute of Technology, Tamil Nadu, India |  2021 – 2025 | GPA: 9.0</a:t>
            </a:r>
            <a:endParaRPr lang="en-US">
              <a:latin typeface="Aptos"/>
            </a:endParaRPr>
          </a:p>
          <a:p>
            <a:r>
              <a:rPr lang="en-US" sz="1400">
                <a:latin typeface="Aptos"/>
                <a:ea typeface="Calibri"/>
                <a:cs typeface="Calibri"/>
              </a:rPr>
              <a:t>Databricks Certified Data Engineer Associate, Issued by: Databricks [Sept 2026]</a:t>
            </a:r>
            <a:endParaRPr lang="en-US">
              <a:latin typeface="Aptos"/>
            </a:endParaRPr>
          </a:p>
          <a:p>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39" name="Shape 17">
            <a:extLst>
              <a:ext uri="{FF2B5EF4-FFF2-40B4-BE49-F238E27FC236}">
                <a16:creationId xmlns:a16="http://schemas.microsoft.com/office/drawing/2014/main" id="{49AF9E94-F1C8-C72C-16F6-94E5199FBDEC}"/>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E43EFD64-5713-98F7-8DB5-7AEBF9A95BB3}"/>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060E03B5-7AA7-1AEE-6441-657E9194976F}"/>
              </a:ext>
            </a:extLst>
          </p:cNvPr>
          <p:cNvSpPr txBox="1"/>
          <p:nvPr/>
        </p:nvSpPr>
        <p:spPr>
          <a:xfrm>
            <a:off x="7214911" y="1752660"/>
            <a:ext cx="4281654" cy="1644282"/>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r>
              <a:rPr lang="en-US" sz="1400">
                <a:ea typeface="+mn-lt"/>
                <a:cs typeface="+mn-lt"/>
              </a:rPr>
              <a:t>SQL, Python, </a:t>
            </a:r>
            <a:r>
              <a:rPr lang="en-US" sz="1400" err="1">
                <a:ea typeface="+mn-lt"/>
                <a:cs typeface="+mn-lt"/>
              </a:rPr>
              <a:t>PySpark</a:t>
            </a:r>
            <a:r>
              <a:rPr lang="en-US" sz="1400">
                <a:ea typeface="+mn-lt"/>
                <a:cs typeface="+mn-lt"/>
              </a:rPr>
              <a:t>, Databricks, Power </a:t>
            </a:r>
            <a:r>
              <a:rPr lang="en-US" sz="1400" err="1">
                <a:ea typeface="+mn-lt"/>
                <a:cs typeface="+mn-lt"/>
              </a:rPr>
              <a:t>BI,Microsoft</a:t>
            </a:r>
            <a:r>
              <a:rPr lang="en-US" sz="1400">
                <a:ea typeface="+mn-lt"/>
                <a:cs typeface="+mn-lt"/>
              </a:rPr>
              <a:t> Fabric, Delta Lake, </a:t>
            </a:r>
            <a:r>
              <a:rPr lang="en-US" sz="1400" err="1">
                <a:ea typeface="+mn-lt"/>
                <a:cs typeface="+mn-lt"/>
              </a:rPr>
              <a:t>OntoBricks,MS</a:t>
            </a:r>
            <a:r>
              <a:rPr lang="en-US" sz="1400">
                <a:ea typeface="+mn-lt"/>
                <a:cs typeface="+mn-lt"/>
              </a:rPr>
              <a:t> SQL Server, PostgreSQL</a:t>
            </a:r>
            <a:endParaRPr lang="en-US" err="1"/>
          </a:p>
          <a:p>
            <a:pPr>
              <a:buSzPct val="100000"/>
            </a:pPr>
            <a:endParaRPr lang="en-US" sz="800">
              <a:ea typeface="+mn-lt"/>
              <a:cs typeface="+mn-lt"/>
            </a:endParaRPr>
          </a:p>
          <a:p>
            <a:pPr>
              <a:buSzPct val="100000"/>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8FF8A9DC-FDF4-7C19-5017-46DF9C15DCE1}"/>
              </a:ext>
              <a:ext uri="{C183D7F6-B498-43B3-948B-1728B52AA6E4}">
                <adec:decorative xmlns:adec="http://schemas.microsoft.com/office/drawing/2017/decorative" val="1"/>
              </a:ext>
            </a:extLst>
          </p:cNvPr>
          <p:cNvPicPr>
            <a:picLocks noChangeAspect="1"/>
          </p:cNvPicPr>
          <p:nvPr/>
        </p:nvPicPr>
        <p:blipFill>
          <a:blip r:embed="rId3"/>
          <a:srcRect t="3364" b="3364"/>
          <a:stretch>
            <a:fillRect/>
          </a:stretch>
        </p:blipFill>
        <p:spPr>
          <a:xfrm>
            <a:off x="151476" y="2706706"/>
            <a:ext cx="2003394" cy="2401837"/>
          </a:xfrm>
          <a:prstGeom prst="rect">
            <a:avLst/>
          </a:prstGeom>
        </p:spPr>
      </p:pic>
    </p:spTree>
    <p:extLst>
      <p:ext uri="{BB962C8B-B14F-4D97-AF65-F5344CB8AC3E}">
        <p14:creationId xmlns:p14="http://schemas.microsoft.com/office/powerpoint/2010/main" val="2282488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8BED-A2AB-F751-9944-F6E1E231B0AD}"/>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54402B6-F542-61A0-C6EC-4E214A29CD75}"/>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ACA540CF-7DF3-63C8-6FCD-BED763EFA4C3}"/>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99AA3C02-5E51-E034-7764-CF85DAEADCF6}"/>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D6ADCF7F-69E2-9B69-7531-0350FA3DB07A}"/>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81E0DB72-1FAD-22D5-FA43-171063D7FE4E}"/>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Anudeep </a:t>
            </a:r>
            <a:r>
              <a:rPr lang="en-US" b="1" err="1">
                <a:solidFill>
                  <a:srgbClr val="0253D2"/>
                </a:solidFill>
                <a:latin typeface="Calibri"/>
                <a:ea typeface="Calibri"/>
                <a:cs typeface="Calibri"/>
              </a:rPr>
              <a:t>Gurrala</a:t>
            </a:r>
          </a:p>
          <a:p>
            <a:pPr marL="0" indent="0">
              <a:buNone/>
            </a:pPr>
            <a:endParaRPr lang="en-US" sz="1800"/>
          </a:p>
        </p:txBody>
      </p:sp>
      <p:sp>
        <p:nvSpPr>
          <p:cNvPr id="15" name="Text 4">
            <a:extLst>
              <a:ext uri="{FF2B5EF4-FFF2-40B4-BE49-F238E27FC236}">
                <a16:creationId xmlns:a16="http://schemas.microsoft.com/office/drawing/2014/main" id="{F4852866-F2F8-DAE3-82DF-969DADEE894C}"/>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Data Engineer</a:t>
            </a:r>
          </a:p>
        </p:txBody>
      </p:sp>
      <p:sp>
        <p:nvSpPr>
          <p:cNvPr id="17" name="Shape 5">
            <a:extLst>
              <a:ext uri="{FF2B5EF4-FFF2-40B4-BE49-F238E27FC236}">
                <a16:creationId xmlns:a16="http://schemas.microsoft.com/office/drawing/2014/main" id="{EFBE714D-09BA-2FAE-39B5-194C5D9530F7}"/>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80F8BD6-D31D-540C-ED6D-7B90A92EE5E9}"/>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EDC78DD6-12FB-A144-03B7-DA232349E5DE}"/>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D13A3B95-4622-7E8B-6D94-50ACBFF4311D}"/>
              </a:ext>
            </a:extLst>
          </p:cNvPr>
          <p:cNvSpPr txBox="1"/>
          <p:nvPr/>
        </p:nvSpPr>
        <p:spPr>
          <a:xfrm>
            <a:off x="2499489" y="1714272"/>
            <a:ext cx="4361688" cy="4647548"/>
          </a:xfrm>
          <a:prstGeom prst="rect">
            <a:avLst/>
          </a:prstGeom>
          <a:noFill/>
          <a:ln/>
        </p:spPr>
        <p:txBody>
          <a:bodyPr wrap="square" lIns="0" tIns="0" rIns="0" bIns="0" rtlCol="0" anchor="t"/>
          <a:lstStyle/>
          <a:p>
            <a:pPr marL="285750" indent="-285750">
              <a:buFont typeface="Arial"/>
              <a:buChar char="•"/>
            </a:pPr>
            <a:r>
              <a:rPr lang="en-US" sz="1200">
                <a:ea typeface="+mn-lt"/>
                <a:cs typeface="+mn-lt"/>
              </a:rPr>
              <a:t>Data Engineer with 6+ years of experience in developing and implementing data solutions using </a:t>
            </a:r>
            <a:r>
              <a:rPr lang="en-US" sz="1200" b="1">
                <a:ea typeface="+mn-lt"/>
                <a:cs typeface="+mn-lt"/>
              </a:rPr>
              <a:t>Oracle PL/SQL</a:t>
            </a:r>
            <a:r>
              <a:rPr lang="en-US" sz="1200">
                <a:ea typeface="+mn-lt"/>
                <a:cs typeface="+mn-lt"/>
              </a:rPr>
              <a:t> and </a:t>
            </a:r>
            <a:r>
              <a:rPr lang="en-US" sz="1200" b="1">
                <a:ea typeface="+mn-lt"/>
                <a:cs typeface="+mn-lt"/>
              </a:rPr>
              <a:t>Databricks</a:t>
            </a:r>
            <a:r>
              <a:rPr lang="en-US" sz="1200">
                <a:ea typeface="+mn-lt"/>
                <a:cs typeface="+mn-lt"/>
              </a:rPr>
              <a:t>. Skilled in designing, developing, optimizing, and maintaining data pipelines and database solutions to enable scalable, reliable, and efficient data processing.</a:t>
            </a:r>
            <a:endParaRPr lang="en-IN"/>
          </a:p>
          <a:p>
            <a:pPr marL="285750" indent="-285750">
              <a:buFont typeface="Arial"/>
              <a:buChar char="•"/>
            </a:pPr>
            <a:r>
              <a:rPr lang="en-IN" sz="1200">
                <a:ea typeface="+mn-lt"/>
                <a:cs typeface="+mn-lt"/>
              </a:rPr>
              <a:t>Extensive experience in developing Stored Procedures, Functions, Triggers, Views, Packages, Exception Handling, Joins, Cursors, Collections/Arrays and Types. </a:t>
            </a:r>
            <a:endParaRPr lang="en-IN"/>
          </a:p>
          <a:p>
            <a:pPr marL="285750" indent="-285750">
              <a:buFont typeface="Arial"/>
              <a:buChar char="•"/>
            </a:pPr>
            <a:r>
              <a:rPr lang="en-IN" sz="1200">
                <a:ea typeface="+mn-lt"/>
                <a:cs typeface="+mn-lt"/>
              </a:rPr>
              <a:t>Proficient in creation of database objects like Tables, Views, Triggers, Synonyms, Indexes and extensive use of DDL and DML scripts for enhancing the design of product. </a:t>
            </a:r>
            <a:endParaRPr lang="en-IN"/>
          </a:p>
          <a:p>
            <a:pPr marL="285750" indent="-285750">
              <a:buFont typeface="Arial"/>
              <a:buChar char="•"/>
            </a:pPr>
            <a:r>
              <a:rPr lang="en-IN" sz="1200">
                <a:ea typeface="+mn-lt"/>
                <a:cs typeface="+mn-lt"/>
              </a:rPr>
              <a:t>Hands on Cursors, Bulk Binding Process and Collections in Oracle for better performance. </a:t>
            </a:r>
            <a:endParaRPr lang="en-IN"/>
          </a:p>
          <a:p>
            <a:pPr marL="285750" indent="-285750">
              <a:buFont typeface="Arial"/>
              <a:buChar char="•"/>
            </a:pPr>
            <a:r>
              <a:rPr lang="en-IN" sz="1200">
                <a:ea typeface="+mn-lt"/>
                <a:cs typeface="+mn-lt"/>
              </a:rPr>
              <a:t>Utilized Joins, Subqueries to simplify complex queries involving multiple tables. </a:t>
            </a:r>
            <a:endParaRPr lang="en-IN"/>
          </a:p>
          <a:p>
            <a:pPr marL="285750" indent="-285750">
              <a:buFont typeface="Arial"/>
              <a:buChar char="•"/>
            </a:pPr>
            <a:r>
              <a:rPr lang="en-IN" sz="1200">
                <a:ea typeface="+mn-lt"/>
                <a:cs typeface="+mn-lt"/>
              </a:rPr>
              <a:t>Well-versed in SQL subqueries, applying constraints, and creating and optimizing views and indexes.</a:t>
            </a:r>
            <a:endParaRPr lang="en-IN"/>
          </a:p>
          <a:p>
            <a:pPr marL="285750" indent="-285750">
              <a:buFont typeface="Arial"/>
              <a:buChar char="•"/>
            </a:pPr>
            <a:r>
              <a:rPr lang="en-US" sz="1050">
                <a:latin typeface="Calibri"/>
                <a:ea typeface="Calibri"/>
                <a:cs typeface="Calibri"/>
              </a:rPr>
              <a:t>Worked on</a:t>
            </a:r>
            <a:r>
              <a:rPr lang="en-US" sz="1050" b="1">
                <a:latin typeface="Calibri"/>
                <a:ea typeface="Calibri"/>
                <a:cs typeface="Calibri"/>
              </a:rPr>
              <a:t> Databricks</a:t>
            </a:r>
            <a:r>
              <a:rPr lang="en-US" sz="1050">
                <a:latin typeface="Calibri"/>
                <a:ea typeface="Calibri"/>
                <a:cs typeface="Calibri"/>
              </a:rPr>
              <a:t> creating solutions, procedures and transforming data</a:t>
            </a:r>
            <a:endParaRPr lang="en-IN"/>
          </a:p>
          <a:p>
            <a:pPr marL="285750" indent="-285750">
              <a:buFont typeface="Arial"/>
              <a:buChar char="•"/>
            </a:pPr>
            <a:r>
              <a:rPr lang="en-IN" sz="1050">
                <a:latin typeface="Calibri"/>
                <a:ea typeface="Calibri"/>
                <a:cs typeface="Calibri"/>
              </a:rPr>
              <a:t>Skilled in leveraging Azure services (Databricks, Data Lake Storage) to design and implement efficient data pipelines</a:t>
            </a:r>
            <a:endParaRPr lang="en-IN"/>
          </a:p>
          <a:p>
            <a:pPr marL="285750" indent="-285750">
              <a:buFont typeface="Arial"/>
              <a:buChar char="•"/>
            </a:pPr>
            <a:r>
              <a:rPr lang="en-US" sz="1050">
                <a:latin typeface="Calibri"/>
                <a:ea typeface="Calibri"/>
                <a:cs typeface="Calibri"/>
              </a:rPr>
              <a:t>Practical experience with </a:t>
            </a:r>
            <a:r>
              <a:rPr lang="en-US" sz="1050" err="1">
                <a:latin typeface="Calibri"/>
                <a:ea typeface="Calibri"/>
                <a:cs typeface="Calibri"/>
              </a:rPr>
              <a:t>PySpark</a:t>
            </a:r>
            <a:r>
              <a:rPr lang="en-US" sz="1050">
                <a:latin typeface="Calibri"/>
                <a:ea typeface="Calibri"/>
                <a:cs typeface="Calibri"/>
              </a:rPr>
              <a:t>, SQL, </a:t>
            </a:r>
            <a:r>
              <a:rPr lang="en-US" sz="1050" b="1">
                <a:latin typeface="Calibri"/>
                <a:ea typeface="Calibri"/>
                <a:cs typeface="Calibri"/>
              </a:rPr>
              <a:t>Databricks</a:t>
            </a:r>
            <a:r>
              <a:rPr lang="en-US" sz="1050">
                <a:latin typeface="Calibri"/>
                <a:ea typeface="Calibri"/>
                <a:cs typeface="Calibri"/>
              </a:rPr>
              <a:t>, and Delta Lake for developing data pipelines, transformations, and scalable data processing solutions.</a:t>
            </a:r>
            <a:endParaRPr lang="en-IN"/>
          </a:p>
          <a:p>
            <a:pPr marL="285750" indent="-285750">
              <a:buFont typeface="Arial"/>
              <a:buChar char="•"/>
            </a:pPr>
            <a:r>
              <a:rPr lang="en-IN" sz="1050">
                <a:latin typeface="Calibri"/>
                <a:ea typeface="Calibri"/>
                <a:cs typeface="Calibri"/>
              </a:rPr>
              <a:t>Quick learner with the ability to adapt to emerging technologies, with strong communication and interpersonal skills</a:t>
            </a:r>
            <a:endParaRPr lang="en-IN"/>
          </a:p>
          <a:p>
            <a:endParaRPr lang="en-IN" sz="1050"/>
          </a:p>
        </p:txBody>
      </p:sp>
      <p:sp>
        <p:nvSpPr>
          <p:cNvPr id="25" name="Shape 10">
            <a:extLst>
              <a:ext uri="{FF2B5EF4-FFF2-40B4-BE49-F238E27FC236}">
                <a16:creationId xmlns:a16="http://schemas.microsoft.com/office/drawing/2014/main" id="{05B3DFDE-40D0-F32C-0755-89A558CCDE3A}"/>
              </a:ext>
            </a:extLst>
          </p:cNvPr>
          <p:cNvSpPr/>
          <p:nvPr/>
        </p:nvSpPr>
        <p:spPr>
          <a:xfrm>
            <a:off x="7056120" y="1254760"/>
            <a:ext cx="4831080" cy="400303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3B06EEE8-F121-711D-DE3A-5F421DF66B0D}"/>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05254C8A-9E42-0EC5-C303-AC5359267584}"/>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9" name="Shape 17">
            <a:extLst>
              <a:ext uri="{FF2B5EF4-FFF2-40B4-BE49-F238E27FC236}">
                <a16:creationId xmlns:a16="http://schemas.microsoft.com/office/drawing/2014/main" id="{77FC8104-F170-DD33-E9EE-D7D9BEA6A8B9}"/>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3DC8E1A8-083D-0C49-CD9F-086B1A5DF183}"/>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8F96DA15-6B79-816D-FEA2-18569598B79D}"/>
              </a:ext>
            </a:extLst>
          </p:cNvPr>
          <p:cNvSpPr txBox="1"/>
          <p:nvPr/>
        </p:nvSpPr>
        <p:spPr>
          <a:xfrm>
            <a:off x="7251192" y="1748392"/>
            <a:ext cx="4471416" cy="345512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r>
              <a:rPr lang="en-US" sz="1200">
                <a:solidFill>
                  <a:srgbClr val="000000"/>
                </a:solidFill>
                <a:ea typeface="+mn-lt"/>
                <a:cs typeface="+mn-lt"/>
              </a:rPr>
              <a:t>Programming Languages: SQL, PL/SQL, </a:t>
            </a:r>
            <a:r>
              <a:rPr lang="en-US" sz="1200" err="1">
                <a:solidFill>
                  <a:srgbClr val="000000"/>
                </a:solidFill>
                <a:ea typeface="+mn-lt"/>
                <a:cs typeface="+mn-lt"/>
              </a:rPr>
              <a:t>PySpark</a:t>
            </a:r>
            <a:endParaRPr lang="en-US" sz="1200" err="1">
              <a:solidFill>
                <a:srgbClr val="000000"/>
              </a:solidFill>
              <a:ea typeface="Calibri"/>
              <a:cs typeface="Calibri"/>
            </a:endParaRPr>
          </a:p>
          <a:p>
            <a:pPr>
              <a:buFont typeface="Arial"/>
              <a:buChar char="•"/>
            </a:pPr>
            <a:r>
              <a:rPr lang="en-US" sz="1200">
                <a:solidFill>
                  <a:srgbClr val="000000"/>
                </a:solidFill>
                <a:ea typeface="+mn-lt"/>
                <a:cs typeface="+mn-lt"/>
              </a:rPr>
              <a:t>Cloud Technologies: Azure Databricks</a:t>
            </a:r>
            <a:endParaRPr lang="en-US"/>
          </a:p>
          <a:p>
            <a:pPr>
              <a:buFont typeface="Arial"/>
              <a:buChar char="•"/>
            </a:pPr>
            <a:r>
              <a:rPr lang="en-US" sz="1200">
                <a:solidFill>
                  <a:srgbClr val="000000"/>
                </a:solidFill>
                <a:ea typeface="+mn-lt"/>
                <a:cs typeface="+mn-lt"/>
              </a:rPr>
              <a:t>Data Transformation &amp; ETL Tools: Data bricks, Oracle Data Integrator (ODI)</a:t>
            </a:r>
            <a:endParaRPr lang="en-US"/>
          </a:p>
          <a:p>
            <a:pPr>
              <a:buFont typeface="Arial"/>
              <a:buChar char="•"/>
            </a:pPr>
            <a:r>
              <a:rPr lang="en-US" sz="1200">
                <a:solidFill>
                  <a:srgbClr val="000000"/>
                </a:solidFill>
                <a:ea typeface="+mn-lt"/>
                <a:cs typeface="+mn-lt"/>
              </a:rPr>
              <a:t>Tools:</a:t>
            </a:r>
            <a:r>
              <a:rPr lang="en-US" sz="1200" b="1">
                <a:solidFill>
                  <a:srgbClr val="000000"/>
                </a:solidFill>
                <a:ea typeface="+mn-lt"/>
                <a:cs typeface="+mn-lt"/>
              </a:rPr>
              <a:t> </a:t>
            </a:r>
            <a:r>
              <a:rPr lang="en-US" sz="1200">
                <a:solidFill>
                  <a:srgbClr val="000000"/>
                </a:solidFill>
                <a:ea typeface="+mn-lt"/>
                <a:cs typeface="+mn-lt"/>
              </a:rPr>
              <a:t>PLSQL developer, SQL developer,</a:t>
            </a:r>
            <a:r>
              <a:rPr lang="en-US" sz="1200" b="1">
                <a:solidFill>
                  <a:srgbClr val="000000"/>
                </a:solidFill>
                <a:ea typeface="+mn-lt"/>
                <a:cs typeface="+mn-lt"/>
              </a:rPr>
              <a:t> </a:t>
            </a:r>
            <a:r>
              <a:rPr lang="en-US" sz="1200">
                <a:solidFill>
                  <a:srgbClr val="000000"/>
                </a:solidFill>
                <a:ea typeface="+mn-lt"/>
                <a:cs typeface="+mn-lt"/>
              </a:rPr>
              <a:t>ODI, GitHub</a:t>
            </a:r>
            <a:endParaRPr lang="en-US"/>
          </a:p>
          <a:p>
            <a:pPr marL="171450" indent="-171450">
              <a:buSzPct val="100000"/>
              <a:buFont typeface="Arial"/>
              <a:buChar char="•"/>
            </a:pPr>
            <a:endParaRPr lang="en-US" sz="1200">
              <a:solidFill>
                <a:srgbClr val="000000"/>
              </a:solidFill>
              <a:ea typeface="Calibri"/>
              <a:cs typeface="Calibri"/>
            </a:endParaRPr>
          </a:p>
          <a:p>
            <a:pPr marL="171450" indent="-171450" defTabSz="1371600">
              <a:buSzPct val="100000"/>
              <a:buFont typeface="Arial"/>
              <a:buChar char="•"/>
              <a:defRPr/>
            </a:pPr>
            <a:endParaRPr lang="en-US" sz="1100">
              <a:solidFill>
                <a:srgbClr val="000000"/>
              </a:solidFill>
              <a:ea typeface="Calibri"/>
              <a:cs typeface="Calibri"/>
            </a:endParaRPr>
          </a:p>
          <a:p>
            <a:pPr defTabSz="1371600">
              <a:lnSpc>
                <a:spcPts val="1200"/>
              </a:lnSpc>
              <a:spcAft>
                <a:spcPts val="1000"/>
              </a:spcAft>
              <a:buSzPct val="100000"/>
              <a:defRPr/>
            </a:pPr>
            <a:endParaRPr lang="en-US" sz="1050">
              <a:solidFill>
                <a:srgbClr val="333333"/>
              </a:solidFill>
              <a:ea typeface="Calibri"/>
              <a:cs typeface="Calibri"/>
            </a:endParaRPr>
          </a:p>
        </p:txBody>
      </p:sp>
      <p:pic>
        <p:nvPicPr>
          <p:cNvPr id="4" name="Picture 3">
            <a:extLst>
              <a:ext uri="{FF2B5EF4-FFF2-40B4-BE49-F238E27FC236}">
                <a16:creationId xmlns:a16="http://schemas.microsoft.com/office/drawing/2014/main" id="{264B6D4B-EDE7-3A50-700D-F31FE5314358}"/>
              </a:ext>
            </a:extLst>
          </p:cNvPr>
          <p:cNvPicPr>
            <a:picLocks noChangeAspect="1"/>
          </p:cNvPicPr>
          <p:nvPr/>
        </p:nvPicPr>
        <p:blipFill>
          <a:blip r:embed="rId3"/>
          <a:stretch>
            <a:fillRect/>
          </a:stretch>
        </p:blipFill>
        <p:spPr>
          <a:xfrm>
            <a:off x="363631" y="2508517"/>
            <a:ext cx="1506650" cy="1802902"/>
          </a:xfrm>
          <a:prstGeom prst="rect">
            <a:avLst/>
          </a:prstGeom>
        </p:spPr>
      </p:pic>
      <p:sp>
        <p:nvSpPr>
          <p:cNvPr id="3" name="Shape 14">
            <a:extLst>
              <a:ext uri="{FF2B5EF4-FFF2-40B4-BE49-F238E27FC236}">
                <a16:creationId xmlns:a16="http://schemas.microsoft.com/office/drawing/2014/main" id="{80D18F12-FB57-F31D-6C09-882EB02CA8C2}"/>
              </a:ext>
            </a:extLst>
          </p:cNvPr>
          <p:cNvSpPr/>
          <p:nvPr/>
        </p:nvSpPr>
        <p:spPr>
          <a:xfrm>
            <a:off x="7035800" y="5420360"/>
            <a:ext cx="4841240" cy="93980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lIns="91440" tIns="45720" rIns="91440" bIns="45720"/>
          <a:lstStyle/>
          <a:p>
            <a:pPr marL="171450" indent="-171450">
              <a:buFont typeface="Arial,Sans-Serif"/>
              <a:buChar char="•"/>
            </a:pPr>
            <a:endParaRPr lang="en-US" sz="1200"/>
          </a:p>
          <a:p>
            <a:pPr marL="171450" indent="-171450">
              <a:buFont typeface="Arial,Sans-Serif"/>
              <a:buChar char="•"/>
            </a:pPr>
            <a:r>
              <a:rPr lang="en-US" sz="1200"/>
              <a:t>Bachelor of Technology from JNTUK.</a:t>
            </a:r>
            <a:endParaRPr lang="en-US"/>
          </a:p>
          <a:p>
            <a:endParaRPr lang="en-IN"/>
          </a:p>
        </p:txBody>
      </p:sp>
      <p:sp>
        <p:nvSpPr>
          <p:cNvPr id="8" name="Text 15">
            <a:extLst>
              <a:ext uri="{FF2B5EF4-FFF2-40B4-BE49-F238E27FC236}">
                <a16:creationId xmlns:a16="http://schemas.microsoft.com/office/drawing/2014/main" id="{1CD4F202-4CD7-04AD-4EA1-AC4082F53324}"/>
              </a:ext>
            </a:extLst>
          </p:cNvPr>
          <p:cNvSpPr txBox="1"/>
          <p:nvPr/>
        </p:nvSpPr>
        <p:spPr>
          <a:xfrm>
            <a:off x="7251192" y="5423408"/>
            <a:ext cx="4471416" cy="23876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Tree>
    <p:extLst>
      <p:ext uri="{BB962C8B-B14F-4D97-AF65-F5344CB8AC3E}">
        <p14:creationId xmlns:p14="http://schemas.microsoft.com/office/powerpoint/2010/main" val="3158682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Rohith Goud Alijala</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28448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Senior Data Engineer</a:t>
            </a:r>
            <a:endParaRPr lang="en-US" sz="1300">
              <a:latin typeface="Calibri"/>
              <a:ea typeface="Calibri"/>
              <a:cs typeface="Calibri"/>
            </a:endParaRPr>
          </a:p>
        </p:txBody>
      </p:sp>
      <p:sp>
        <p:nvSpPr>
          <p:cNvPr id="17" name="Shape 5">
            <a:extLst>
              <a:ext uri="{FF2B5EF4-FFF2-40B4-BE49-F238E27FC236}">
                <a16:creationId xmlns:a16="http://schemas.microsoft.com/office/drawing/2014/main" id="{37B62438-D8D0-4095-DB6A-1308E0809291}"/>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498344" y="1769508"/>
            <a:ext cx="4361688" cy="4725290"/>
          </a:xfrm>
          <a:prstGeom prst="rect">
            <a:avLst/>
          </a:prstGeom>
          <a:noFill/>
          <a:ln/>
        </p:spPr>
        <p:txBody>
          <a:bodyPr wrap="square" lIns="0" tIns="0" rIns="0" bIns="0" rtlCol="0" anchor="t"/>
          <a:lstStyle/>
          <a:p>
            <a:pPr marL="171450" lvl="0" indent="-171450" fontAlgn="base">
              <a:buFont typeface="Arial" panose="020B0604020202020204" pitchFamily="34" charset="0"/>
              <a:buChar char="•"/>
            </a:pPr>
            <a:r>
              <a:rPr lang="en-IN" sz="1200"/>
              <a:t>Data Engineer with 4+  years of enterprise software development experience, specializing in Azure Databricks, </a:t>
            </a:r>
            <a:r>
              <a:rPr lang="en-IN" sz="1200" err="1"/>
              <a:t>PySpark</a:t>
            </a:r>
            <a:r>
              <a:rPr lang="en-IN" sz="1200"/>
              <a:t>, Python, SQL, ADF, ADLS, and Delta Lake</a:t>
            </a:r>
            <a:r>
              <a:rPr lang="en-US" sz="1200"/>
              <a:t>​</a:t>
            </a:r>
          </a:p>
          <a:p>
            <a:pPr marL="171450" lvl="0" indent="-171450" fontAlgn="base">
              <a:buFont typeface="Arial" panose="020B0604020202020204" pitchFamily="34" charset="0"/>
              <a:buChar char="•"/>
            </a:pPr>
            <a:r>
              <a:rPr lang="en-IN" sz="1200"/>
              <a:t>Developed and supported end-to-end ETL/ELT pipelines for data ingestion, transformation, validation, and incremental loading using ADF and Databricks.</a:t>
            </a:r>
            <a:endParaRPr lang="en-US" sz="1200"/>
          </a:p>
          <a:p>
            <a:pPr marL="171450" lvl="0" indent="-171450" fontAlgn="base">
              <a:buFont typeface="Arial" panose="020B0604020202020204" pitchFamily="34" charset="0"/>
              <a:buChar char="•"/>
            </a:pPr>
            <a:r>
              <a:rPr lang="en-IN" sz="1200"/>
              <a:t>Implemented Bronze, Silver, and Gold layers using Databricks Medallion Architecture and maintained Delta Tables for analytics and reporting.</a:t>
            </a:r>
            <a:r>
              <a:rPr lang="en-US" sz="1200"/>
              <a:t>. ​</a:t>
            </a:r>
          </a:p>
          <a:p>
            <a:pPr marL="171450" lvl="0" indent="-171450" fontAlgn="base">
              <a:buFont typeface="Arial" panose="020B0604020202020204" pitchFamily="34" charset="0"/>
              <a:buChar char="•"/>
            </a:pPr>
            <a:r>
              <a:rPr lang="en-IN" sz="1200"/>
              <a:t>Built </a:t>
            </a:r>
            <a:r>
              <a:rPr lang="en-IN" sz="1200" err="1"/>
              <a:t>PySpark</a:t>
            </a:r>
            <a:r>
              <a:rPr lang="en-IN" sz="1200"/>
              <a:t>/Python data processing for cleansing, transformation, aggregation, business rules, and data validation</a:t>
            </a:r>
            <a:r>
              <a:rPr lang="en-US" sz="1200"/>
              <a:t>. ​</a:t>
            </a:r>
          </a:p>
          <a:p>
            <a:pPr marL="171450" lvl="0" indent="-171450" fontAlgn="base">
              <a:buFont typeface="Arial" panose="020B0604020202020204" pitchFamily="34" charset="0"/>
              <a:buChar char="•"/>
            </a:pPr>
            <a:r>
              <a:rPr lang="en-IN" sz="1200"/>
              <a:t>Developed reusable ADF pipelines using Copy, Lookup, </a:t>
            </a:r>
            <a:r>
              <a:rPr lang="en-IN" sz="1200" err="1"/>
              <a:t>ForEach</a:t>
            </a:r>
            <a:r>
              <a:rPr lang="en-IN" sz="1200"/>
              <a:t>, Stored Procedure, Parameters, and Variables. </a:t>
            </a:r>
            <a:r>
              <a:rPr lang="en-US" sz="1200"/>
              <a:t>​</a:t>
            </a:r>
          </a:p>
          <a:p>
            <a:pPr marL="171450" lvl="0" indent="-171450" fontAlgn="base">
              <a:buFont typeface="Arial" panose="020B0604020202020204" pitchFamily="34" charset="0"/>
              <a:buChar char="•"/>
            </a:pPr>
            <a:r>
              <a:rPr lang="en-IN" sz="1200"/>
              <a:t>Implemented data-quality checks, source-to-target reconciliation, duplicate/null/schema validation, and production troubleshooting.</a:t>
            </a:r>
            <a:endParaRPr lang="en-US" sz="1200"/>
          </a:p>
          <a:p>
            <a:pPr marL="171450" lvl="0" indent="-171450" fontAlgn="base">
              <a:buFont typeface="Arial" panose="020B0604020202020204" pitchFamily="34" charset="0"/>
              <a:buChar char="•"/>
            </a:pPr>
            <a:r>
              <a:rPr lang="en-IN" sz="1200"/>
              <a:t>Worked closely with developers, QA, analysts, and business stakeholders to deliver data solutions and resolve production issues</a:t>
            </a:r>
            <a:r>
              <a:rPr lang="en-US" sz="1200"/>
              <a:t>. ​</a:t>
            </a:r>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384047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208832"/>
            <a:ext cx="4800600" cy="119196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31333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178040" y="5551079"/>
            <a:ext cx="4617720" cy="781159"/>
          </a:xfrm>
          <a:prstGeom prst="rect">
            <a:avLst/>
          </a:prstGeom>
          <a:noFill/>
          <a:ln/>
        </p:spPr>
        <p:txBody>
          <a:bodyPr wrap="square" lIns="0" tIns="0" rIns="0" bIns="0" rtlCol="0" anchor="t"/>
          <a:lstStyle/>
          <a:p>
            <a:pPr marL="171450" indent="-171450">
              <a:buSzPct val="100000"/>
              <a:buFont typeface="Arial" panose="020B0604020202020204" pitchFamily="34" charset="0"/>
              <a:buChar char="•"/>
            </a:pPr>
            <a:r>
              <a:rPr lang="en-IN" sz="1100" err="1"/>
              <a:t>B.Tech</a:t>
            </a:r>
            <a:r>
              <a:rPr lang="en-IN" sz="1100"/>
              <a:t> – Mechanical Engineering</a:t>
            </a:r>
            <a:br>
              <a:rPr lang="en-IN" sz="1100"/>
            </a:br>
            <a:r>
              <a:rPr lang="en-IN" sz="1100"/>
              <a:t>Nalla Narasimha Reddy Group of Institutions, JNTUH | 2021 | CGPA: 7.1</a:t>
            </a:r>
            <a:endParaRPr lang="en-US" sz="1200"/>
          </a:p>
          <a:p>
            <a:pPr>
              <a:buSzPct val="100000"/>
            </a:pPr>
            <a:endParaRPr lang="en-IN" sz="1100"/>
          </a:p>
          <a:p>
            <a:pPr>
              <a:buSzPct val="100000"/>
            </a:pPr>
            <a:endParaRPr lang="en-US" sz="1200"/>
          </a:p>
          <a:p>
            <a:pPr>
              <a:buSzPct val="100000"/>
            </a:pPr>
            <a:endParaRPr lang="en-IN" sz="1100"/>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68712"/>
            <a:ext cx="4471416" cy="319096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IN" sz="1400"/>
              <a:t>Azure, Databricks, </a:t>
            </a:r>
            <a:r>
              <a:rPr lang="en-IN" sz="1400" err="1"/>
              <a:t>PySpark</a:t>
            </a:r>
            <a:r>
              <a:rPr lang="en-IN" sz="1400"/>
              <a:t>, Python, SQL, ADF, ADLS, Delta Lake, ETL/ELT, Data Processing, Data Transformation, Data Validation, Data Quality, MySQL, Git, GitHub, Jira, CI/CD</a:t>
            </a: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CB7637D9-3962-D752-0431-0F3BD0BAC93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5453" y="2541587"/>
            <a:ext cx="1980819" cy="1980819"/>
          </a:xfrm>
          <a:prstGeom prst="rect">
            <a:avLst/>
          </a:prstGeom>
        </p:spPr>
      </p:pic>
    </p:spTree>
    <p:extLst>
      <p:ext uri="{BB962C8B-B14F-4D97-AF65-F5344CB8AC3E}">
        <p14:creationId xmlns:p14="http://schemas.microsoft.com/office/powerpoint/2010/main" val="1612488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B3EE-9D47-0F55-6110-51F2C397559B}"/>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C81AAC34-6466-15E4-F78A-89ED7C46FA73}"/>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455F0047-B9CB-F520-BE7A-F5B3539B8099}"/>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E226D96D-935D-3647-9864-1121E6F7189F}"/>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E813F019-66CD-792B-C5DE-B253E33BC3E6}"/>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BF975248-54E1-15D6-2071-1509D6244892}"/>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Dinesh </a:t>
            </a:r>
            <a:r>
              <a:rPr lang="en-US" b="1" err="1">
                <a:solidFill>
                  <a:srgbClr val="0253D2"/>
                </a:solidFill>
                <a:latin typeface="Calibri"/>
                <a:ea typeface="Calibri"/>
                <a:cs typeface="Calibri"/>
              </a:rPr>
              <a:t>Kommu</a:t>
            </a:r>
          </a:p>
          <a:p>
            <a:pPr marL="0" indent="0">
              <a:buNone/>
            </a:pPr>
            <a:endParaRPr lang="en-US" sz="1800"/>
          </a:p>
        </p:txBody>
      </p:sp>
      <p:sp>
        <p:nvSpPr>
          <p:cNvPr id="15" name="Text 4">
            <a:extLst>
              <a:ext uri="{FF2B5EF4-FFF2-40B4-BE49-F238E27FC236}">
                <a16:creationId xmlns:a16="http://schemas.microsoft.com/office/drawing/2014/main" id="{B23B75E0-056F-ED84-8D3D-7687753E5FFF}"/>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Data Engineer</a:t>
            </a:r>
          </a:p>
        </p:txBody>
      </p:sp>
      <p:sp>
        <p:nvSpPr>
          <p:cNvPr id="17" name="Shape 5">
            <a:extLst>
              <a:ext uri="{FF2B5EF4-FFF2-40B4-BE49-F238E27FC236}">
                <a16:creationId xmlns:a16="http://schemas.microsoft.com/office/drawing/2014/main" id="{46BF60B9-9CE6-C3B3-789B-434B277B8CBA}"/>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C8BCB262-4199-8859-FE95-51EECEE514F8}"/>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3A49BD5B-1B58-3CB3-8C48-38658E219807}"/>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08379E52-F06C-B068-C97F-C047E77432D8}"/>
              </a:ext>
            </a:extLst>
          </p:cNvPr>
          <p:cNvSpPr txBox="1"/>
          <p:nvPr/>
        </p:nvSpPr>
        <p:spPr>
          <a:xfrm>
            <a:off x="2499489" y="1510357"/>
            <a:ext cx="4404617" cy="4829999"/>
          </a:xfrm>
          <a:prstGeom prst="rect">
            <a:avLst/>
          </a:prstGeom>
          <a:noFill/>
          <a:ln/>
        </p:spPr>
        <p:txBody>
          <a:bodyPr wrap="square" lIns="0" tIns="0" rIns="0" bIns="0" rtlCol="0" anchor="t"/>
          <a:lstStyle/>
          <a:p>
            <a:pPr marL="171450" indent="-171450">
              <a:buFont typeface="Arial"/>
              <a:buChar char="•"/>
            </a:pPr>
            <a:r>
              <a:rPr lang="en-IN" sz="1100"/>
              <a:t>Azure Data Engineer with 5+ years of experience designing and delivering enterprise-scale data engineering and analytics solutions on Azure Cloud and Databricks platforms.</a:t>
            </a:r>
            <a:endParaRPr lang="en-US"/>
          </a:p>
          <a:p>
            <a:pPr marL="171450" indent="-171450">
              <a:buFont typeface="Arial"/>
              <a:buChar char="•"/>
            </a:pPr>
            <a:r>
              <a:rPr lang="en-IN" sz="1100"/>
              <a:t>Expertise in building metadata-driven and reusable data ingestion frameworks using Azure Databricks, Azure Synapse Analytics, Azure Data Factory (ADF), ADLS Gen2, </a:t>
            </a:r>
            <a:r>
              <a:rPr lang="en-IN" sz="1100" err="1"/>
              <a:t>PySpark</a:t>
            </a:r>
            <a:r>
              <a:rPr lang="en-IN" sz="1100"/>
              <a:t>, Python, and SQL.</a:t>
            </a:r>
            <a:endParaRPr lang="en-IN"/>
          </a:p>
          <a:p>
            <a:pPr marL="171450" indent="-171450">
              <a:buFont typeface="Arial"/>
              <a:buChar char="•"/>
            </a:pPr>
            <a:r>
              <a:rPr lang="en-IN" sz="1100"/>
              <a:t>Strong experience integrating and processing data from diverse enterprise sources, including SAP ECC, SAP HANA, Oracle ERP, Azure SQL Database, AWS S3, Salesforce, </a:t>
            </a:r>
            <a:r>
              <a:rPr lang="en-IN" sz="1100" err="1"/>
              <a:t>WebOps</a:t>
            </a:r>
            <a:r>
              <a:rPr lang="en-IN" sz="1100"/>
              <a:t>, and Varicent.</a:t>
            </a:r>
            <a:endParaRPr lang="en-IN"/>
          </a:p>
          <a:p>
            <a:pPr marL="171450" indent="-171450">
              <a:buFont typeface="Arial"/>
              <a:buChar char="•"/>
            </a:pPr>
            <a:r>
              <a:rPr lang="en-IN" sz="1100"/>
              <a:t>Architected and implemented Medallion Architecture (Bronze, Silver, and Gold layers) using Delta Lake and Delta Live Tables (DLT) to deliver trusted, scalable, and analytics-ready data products.</a:t>
            </a:r>
            <a:endParaRPr lang="en-IN"/>
          </a:p>
          <a:p>
            <a:pPr marL="171450" indent="-171450">
              <a:buFont typeface="Arial"/>
              <a:buChar char="•"/>
            </a:pPr>
            <a:r>
              <a:rPr lang="en-IN" sz="1100"/>
              <a:t>Hands-on experience developing Delta Live Tables (DLT), CDC pipelines, data quality frameworks, and monitoring solutions to ensure data reliability, governance, and operational excellence.</a:t>
            </a:r>
            <a:endParaRPr lang="en-IN"/>
          </a:p>
          <a:p>
            <a:pPr marL="171450" indent="-171450">
              <a:buFont typeface="Arial"/>
              <a:buChar char="•"/>
            </a:pPr>
            <a:r>
              <a:rPr lang="en-IN" sz="1100"/>
              <a:t>Built metadata-driven orchestration and automation frameworks that accelerated onboarding of new data sources, improved development productivity, and significantly reduced manual effort.</a:t>
            </a:r>
            <a:endParaRPr lang="en-IN"/>
          </a:p>
          <a:p>
            <a:pPr marL="171450" indent="-171450">
              <a:buFont typeface="Arial"/>
              <a:buChar char="•"/>
            </a:pPr>
            <a:r>
              <a:rPr lang="en-IN" sz="1100"/>
              <a:t>Designed and developed Fact and Dimension data models to support enterprise reporting, self-service analytics, and business intelligence solutions using Power BI.</a:t>
            </a:r>
            <a:endParaRPr lang="en-IN"/>
          </a:p>
          <a:p>
            <a:pPr marL="171450" indent="-171450">
              <a:buFont typeface="Arial"/>
              <a:buChar char="•"/>
            </a:pPr>
            <a:r>
              <a:rPr lang="en-IN" sz="1100"/>
              <a:t>Strong background in performance tuning, troubleshooting, production support, and optimization of large-scale distributed data processing workloads.</a:t>
            </a:r>
            <a:endParaRPr lang="en-IN"/>
          </a:p>
          <a:p>
            <a:pPr marL="171450" indent="-171450">
              <a:buFont typeface="Arial"/>
              <a:buChar char="•"/>
            </a:pPr>
            <a:r>
              <a:rPr lang="en-IN" sz="1100"/>
              <a:t>Passionate about leveraging modern cloud, </a:t>
            </a:r>
            <a:r>
              <a:rPr lang="en-IN" sz="1100" err="1"/>
              <a:t>lakehouse</a:t>
            </a:r>
            <a:r>
              <a:rPr lang="en-IN" sz="1100"/>
              <a:t>, and data engineering technologies to transform complex business data into actionable insights and drive data-driven decision-making.</a:t>
            </a:r>
            <a:endParaRPr lang="en-IN"/>
          </a:p>
          <a:p>
            <a:pPr marL="171450" indent="-171450">
              <a:buFont typeface="Arial"/>
              <a:buChar char="•"/>
            </a:pPr>
            <a:endParaRPr lang="en-IN" sz="1100"/>
          </a:p>
        </p:txBody>
      </p:sp>
      <p:sp>
        <p:nvSpPr>
          <p:cNvPr id="25" name="Shape 10">
            <a:extLst>
              <a:ext uri="{FF2B5EF4-FFF2-40B4-BE49-F238E27FC236}">
                <a16:creationId xmlns:a16="http://schemas.microsoft.com/office/drawing/2014/main" id="{AF1E334F-CE6F-7353-D480-E012B1D6F7AE}"/>
              </a:ext>
            </a:extLst>
          </p:cNvPr>
          <p:cNvSpPr/>
          <p:nvPr/>
        </p:nvSpPr>
        <p:spPr>
          <a:xfrm>
            <a:off x="7025640" y="1275080"/>
            <a:ext cx="4851400" cy="256031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4F96F590-4D61-D574-5F7B-CA2D91B69B98}"/>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67A99ADC-3189-F594-D70E-95C5009213BC}"/>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EF1B46E1-C2C1-3C9C-ED1A-DFE0B4CAA25F}"/>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259BCED-6E01-4448-78BF-67278E91607F}"/>
              </a:ext>
            </a:extLst>
          </p:cNvPr>
          <p:cNvSpPr/>
          <p:nvPr/>
        </p:nvSpPr>
        <p:spPr>
          <a:xfrm>
            <a:off x="7096760" y="4111552"/>
            <a:ext cx="4770120" cy="229940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3FFE05DF-66DB-444D-A4F1-91CE41A70471}"/>
              </a:ext>
            </a:extLst>
          </p:cNvPr>
          <p:cNvSpPr txBox="1"/>
          <p:nvPr/>
        </p:nvSpPr>
        <p:spPr>
          <a:xfrm>
            <a:off x="7190232" y="428717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942623C6-2CC4-C2E2-F7B6-755F885F7AC2}"/>
              </a:ext>
            </a:extLst>
          </p:cNvPr>
          <p:cNvSpPr txBox="1"/>
          <p:nvPr/>
        </p:nvSpPr>
        <p:spPr>
          <a:xfrm>
            <a:off x="7239000" y="4616359"/>
            <a:ext cx="4617720" cy="1715879"/>
          </a:xfrm>
          <a:prstGeom prst="rect">
            <a:avLst/>
          </a:prstGeom>
          <a:noFill/>
          <a:ln/>
        </p:spPr>
        <p:txBody>
          <a:bodyPr wrap="square" lIns="0" tIns="0" rIns="0" bIns="0" rtlCol="0" anchor="t"/>
          <a:lstStyle/>
          <a:p>
            <a:pPr marL="171450" indent="-171450">
              <a:buSzPct val="100000"/>
              <a:buFont typeface="Arial"/>
              <a:buChar char="•"/>
            </a:pPr>
            <a:r>
              <a:rPr lang="en-US" sz="1200"/>
              <a:t>Bachelor of Technology from GMR IT</a:t>
            </a:r>
            <a:endParaRPr lang="en-US">
              <a:latin typeface="Aptos" panose="02110004020202020204"/>
              <a:ea typeface="Calibri"/>
              <a:cs typeface="Calibri"/>
            </a:endParaRPr>
          </a:p>
          <a:p>
            <a:pPr marL="171450" indent="-171450">
              <a:buSzPct val="100000"/>
              <a:buFont typeface="Arial"/>
              <a:buChar char="•"/>
            </a:pPr>
            <a:r>
              <a:rPr lang="en-US" sz="1200"/>
              <a:t>Databricks Certified Data Engineer Associate – Databricks(2026)</a:t>
            </a:r>
          </a:p>
          <a:p>
            <a:pPr marL="171450" indent="-171450">
              <a:buSzPct val="100000"/>
              <a:buFont typeface="Arial"/>
              <a:buChar char="•"/>
            </a:pPr>
            <a:r>
              <a:rPr lang="en-US" sz="1200"/>
              <a:t>Databricks </a:t>
            </a:r>
            <a:r>
              <a:rPr lang="en-US" sz="1200" err="1"/>
              <a:t>Ceritified</a:t>
            </a:r>
            <a:r>
              <a:rPr lang="en-US" sz="1200"/>
              <a:t> Data engineer Professional –Databricks(2026)</a:t>
            </a:r>
          </a:p>
          <a:p>
            <a:endParaRPr lang="en-IN" sz="1100"/>
          </a:p>
        </p:txBody>
      </p:sp>
      <p:sp>
        <p:nvSpPr>
          <p:cNvPr id="39" name="Shape 17">
            <a:extLst>
              <a:ext uri="{FF2B5EF4-FFF2-40B4-BE49-F238E27FC236}">
                <a16:creationId xmlns:a16="http://schemas.microsoft.com/office/drawing/2014/main" id="{6C1D84FA-4FB9-463A-48D4-0456053DFA4E}"/>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44C5227F-36A8-E0B1-321C-FBE5DF2CB2D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E318346E-FFFC-A303-A341-8755081E6D02}"/>
              </a:ext>
            </a:extLst>
          </p:cNvPr>
          <p:cNvSpPr txBox="1"/>
          <p:nvPr/>
        </p:nvSpPr>
        <p:spPr>
          <a:xfrm>
            <a:off x="7190232" y="1748392"/>
            <a:ext cx="4532376" cy="198192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r>
              <a:rPr lang="en-US" sz="1100" b="1">
                <a:solidFill>
                  <a:srgbClr val="000000"/>
                </a:solidFill>
                <a:latin typeface="Segoe UI"/>
                <a:ea typeface="Calibri"/>
                <a:cs typeface="Segoe UI"/>
              </a:rPr>
              <a:t>Programming Languages:</a:t>
            </a:r>
            <a:r>
              <a:rPr lang="en-US" sz="1100">
                <a:solidFill>
                  <a:srgbClr val="000000"/>
                </a:solidFill>
                <a:latin typeface="Segoe UI"/>
                <a:ea typeface="Calibri"/>
                <a:cs typeface="Segoe UI"/>
              </a:rPr>
              <a:t> Python, </a:t>
            </a:r>
            <a:r>
              <a:rPr lang="en-US" sz="1100" err="1">
                <a:solidFill>
                  <a:srgbClr val="000000"/>
                </a:solidFill>
                <a:latin typeface="Segoe UI"/>
                <a:ea typeface="Calibri"/>
                <a:cs typeface="Segoe UI"/>
              </a:rPr>
              <a:t>PySpark</a:t>
            </a:r>
            <a:r>
              <a:rPr lang="en-US" sz="1100">
                <a:solidFill>
                  <a:srgbClr val="000000"/>
                </a:solidFill>
                <a:latin typeface="Segoe UI"/>
                <a:ea typeface="Calibri"/>
                <a:cs typeface="Segoe UI"/>
              </a:rPr>
              <a:t>, SQL</a:t>
            </a:r>
            <a:endParaRPr lang="en-US" sz="1200">
              <a:solidFill>
                <a:srgbClr val="000000"/>
              </a:solidFill>
              <a:ea typeface="Calibri"/>
              <a:cs typeface="Calibri"/>
            </a:endParaRPr>
          </a:p>
          <a:p>
            <a:pPr>
              <a:buFont typeface="Arial"/>
              <a:buChar char="•"/>
            </a:pPr>
            <a:r>
              <a:rPr lang="en-US" sz="1100" b="1">
                <a:solidFill>
                  <a:srgbClr val="000000"/>
                </a:solidFill>
                <a:latin typeface="Segoe UI"/>
                <a:ea typeface="Calibri"/>
                <a:cs typeface="Segoe UI"/>
              </a:rPr>
              <a:t>Cloud &amp; Analytics Platforms:</a:t>
            </a:r>
            <a:r>
              <a:rPr lang="en-US" sz="1100">
                <a:solidFill>
                  <a:srgbClr val="000000"/>
                </a:solidFill>
                <a:latin typeface="Segoe UI"/>
                <a:ea typeface="Calibri"/>
                <a:cs typeface="Segoe UI"/>
              </a:rPr>
              <a:t> Microsoft Fabric, Azure Databricks, Azure Synapse Analytics, Azure Data Factory (ADF), ADLS Gen2, Azure SQL </a:t>
            </a:r>
            <a:r>
              <a:rPr lang="en-US" sz="1100" err="1">
                <a:solidFill>
                  <a:srgbClr val="000000"/>
                </a:solidFill>
                <a:latin typeface="Segoe UI"/>
                <a:ea typeface="Calibri"/>
                <a:cs typeface="Segoe UI"/>
              </a:rPr>
              <a:t>Database,Microsoft</a:t>
            </a:r>
            <a:r>
              <a:rPr lang="en-US" sz="1100">
                <a:solidFill>
                  <a:srgbClr val="000000"/>
                </a:solidFill>
                <a:latin typeface="Segoe UI"/>
                <a:ea typeface="Calibri"/>
                <a:cs typeface="Segoe UI"/>
              </a:rPr>
              <a:t> Fabric</a:t>
            </a:r>
            <a:endParaRPr lang="en-US"/>
          </a:p>
          <a:p>
            <a:pPr>
              <a:buFont typeface="Arial"/>
              <a:buChar char="•"/>
            </a:pPr>
            <a:r>
              <a:rPr lang="en-US" sz="1100" b="1">
                <a:solidFill>
                  <a:srgbClr val="000000"/>
                </a:solidFill>
                <a:latin typeface="Segoe UI"/>
                <a:ea typeface="Calibri"/>
                <a:cs typeface="Segoe UI"/>
              </a:rPr>
              <a:t>Reporting &amp; Analytics:</a:t>
            </a:r>
            <a:r>
              <a:rPr lang="en-US" sz="1100">
                <a:solidFill>
                  <a:srgbClr val="000000"/>
                </a:solidFill>
                <a:latin typeface="Segoe UI"/>
                <a:ea typeface="Calibri"/>
                <a:cs typeface="Segoe UI"/>
              </a:rPr>
              <a:t> Power BI</a:t>
            </a:r>
            <a:endParaRPr lang="en-US"/>
          </a:p>
          <a:p>
            <a:pPr>
              <a:buFont typeface="Arial"/>
              <a:buChar char="•"/>
            </a:pPr>
            <a:r>
              <a:rPr lang="en-US" sz="1100" b="1">
                <a:solidFill>
                  <a:srgbClr val="000000"/>
                </a:solidFill>
                <a:latin typeface="Segoe UI"/>
                <a:ea typeface="Calibri"/>
                <a:cs typeface="Segoe UI"/>
              </a:rPr>
              <a:t>Data Governance &amp; Security:</a:t>
            </a:r>
            <a:r>
              <a:rPr lang="en-US" sz="1100">
                <a:solidFill>
                  <a:srgbClr val="000000"/>
                </a:solidFill>
                <a:latin typeface="Segoe UI"/>
                <a:ea typeface="Calibri"/>
                <a:cs typeface="Segoe UI"/>
              </a:rPr>
              <a:t> Unity Catalog, Azure Key Vault</a:t>
            </a:r>
            <a:endParaRPr lang="en-US" sz="1100">
              <a:latin typeface="Segoe UI"/>
              <a:ea typeface="Calibri"/>
              <a:cs typeface="Segoe UI"/>
            </a:endParaRPr>
          </a:p>
          <a:p>
            <a:pPr>
              <a:buFont typeface="Arial"/>
              <a:buChar char="•"/>
            </a:pPr>
            <a:r>
              <a:rPr lang="en-US" sz="1100" b="1">
                <a:solidFill>
                  <a:srgbClr val="000000"/>
                </a:solidFill>
                <a:latin typeface="Segoe UI"/>
                <a:ea typeface="Calibri"/>
                <a:cs typeface="Segoe UI"/>
              </a:rPr>
              <a:t>DevOps &amp; CI/CD:</a:t>
            </a:r>
            <a:r>
              <a:rPr lang="en-US" sz="1100">
                <a:solidFill>
                  <a:srgbClr val="000000"/>
                </a:solidFill>
                <a:latin typeface="Segoe UI"/>
                <a:ea typeface="Calibri"/>
                <a:cs typeface="Segoe UI"/>
              </a:rPr>
              <a:t> Azure DevOps</a:t>
            </a:r>
            <a:endParaRPr lang="en-US"/>
          </a:p>
          <a:p>
            <a:pPr marL="171450" indent="-171450">
              <a:buSzPct val="100000"/>
              <a:buFont typeface="Arial"/>
              <a:buChar char="•"/>
            </a:pPr>
            <a:endParaRPr lang="en-US" sz="1200">
              <a:solidFill>
                <a:srgbClr val="000000"/>
              </a:solidFill>
              <a:ea typeface="Calibri"/>
              <a:cs typeface="Calibri"/>
            </a:endParaRPr>
          </a:p>
          <a:p>
            <a:pPr marL="171450" indent="-171450" defTabSz="1371600">
              <a:buSzPct val="100000"/>
              <a:buFont typeface="Arial"/>
              <a:buChar char="•"/>
              <a:defRPr/>
            </a:pPr>
            <a:endParaRPr lang="en-US" sz="1100">
              <a:solidFill>
                <a:srgbClr val="000000"/>
              </a:solidFill>
              <a:ea typeface="Calibri"/>
              <a:cs typeface="Calibri"/>
            </a:endParaRPr>
          </a:p>
          <a:p>
            <a:pPr defTabSz="1371600">
              <a:lnSpc>
                <a:spcPts val="1200"/>
              </a:lnSpc>
              <a:spcAft>
                <a:spcPts val="1000"/>
              </a:spcAft>
              <a:buSzPct val="100000"/>
              <a:defRPr/>
            </a:pPr>
            <a:endParaRPr lang="en-US" sz="1050">
              <a:solidFill>
                <a:srgbClr val="333333"/>
              </a:solidFill>
              <a:ea typeface="Calibri"/>
              <a:cs typeface="Calibri"/>
            </a:endParaRPr>
          </a:p>
        </p:txBody>
      </p:sp>
      <p:pic>
        <p:nvPicPr>
          <p:cNvPr id="2" name="Picture 1">
            <a:extLst>
              <a:ext uri="{FF2B5EF4-FFF2-40B4-BE49-F238E27FC236}">
                <a16:creationId xmlns:a16="http://schemas.microsoft.com/office/drawing/2014/main" id="{F8013DF2-6536-A4C4-F1A2-6656255AC6BF}"/>
              </a:ext>
            </a:extLst>
          </p:cNvPr>
          <p:cNvPicPr>
            <a:picLocks noChangeAspect="1"/>
          </p:cNvPicPr>
          <p:nvPr/>
        </p:nvPicPr>
        <p:blipFill>
          <a:blip r:embed="rId3"/>
          <a:stretch>
            <a:fillRect/>
          </a:stretch>
        </p:blipFill>
        <p:spPr>
          <a:xfrm>
            <a:off x="142540" y="2556321"/>
            <a:ext cx="1829204" cy="1981471"/>
          </a:xfrm>
          <a:prstGeom prst="rect">
            <a:avLst/>
          </a:prstGeom>
        </p:spPr>
      </p:pic>
    </p:spTree>
    <p:extLst>
      <p:ext uri="{BB962C8B-B14F-4D97-AF65-F5344CB8AC3E}">
        <p14:creationId xmlns:p14="http://schemas.microsoft.com/office/powerpoint/2010/main" val="715326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Veera Malleswara </a:t>
            </a:r>
          </a:p>
          <a:p>
            <a:pPr marL="0" indent="0">
              <a:buNone/>
            </a:pPr>
            <a:r>
              <a:rPr lang="en-US" b="1">
                <a:solidFill>
                  <a:srgbClr val="0253D2"/>
                </a:solidFill>
                <a:latin typeface="Calibri" pitchFamily="34" charset="0"/>
                <a:ea typeface="Calibri" pitchFamily="34" charset="-122"/>
                <a:cs typeface="Calibri" pitchFamily="34" charset="-120"/>
              </a:rPr>
              <a:t>Rao</a:t>
            </a:r>
          </a:p>
          <a:p>
            <a:pPr marL="0" indent="0">
              <a:buNone/>
            </a:pPr>
            <a:r>
              <a:rPr lang="en-US" b="1">
                <a:solidFill>
                  <a:srgbClr val="0253D2"/>
                </a:solidFill>
                <a:latin typeface="Calibri" pitchFamily="34" charset="0"/>
                <a:ea typeface="Calibri" pitchFamily="34" charset="-122"/>
                <a:cs typeface="Calibri" pitchFamily="34" charset="-120"/>
              </a:rPr>
              <a:t>Somula</a:t>
            </a:r>
          </a:p>
          <a:p>
            <a:pPr marL="0" indent="0">
              <a:buNone/>
            </a:pPr>
            <a:endParaRPr lang="en-US" b="1">
              <a:solidFill>
                <a:srgbClr val="0253D2"/>
              </a:solidFill>
              <a:latin typeface="Calibri" pitchFamily="34" charset="0"/>
              <a:ea typeface="Calibri" pitchFamily="34" charset="-122"/>
              <a:cs typeface="Calibri" pitchFamily="34" charset="-120"/>
            </a:endParaRPr>
          </a:p>
          <a:p>
            <a:pPr marL="0" indent="0">
              <a:buNone/>
            </a:pPr>
            <a:endParaRPr lang="en-US" b="1">
              <a:solidFill>
                <a:srgbClr val="0253D2"/>
              </a:solidFill>
              <a:latin typeface="Calibri" pitchFamily="34" charset="0"/>
              <a:ea typeface="Calibri" pitchFamily="34" charset="-122"/>
              <a:cs typeface="Calibri" pitchFamily="34" charset="-120"/>
            </a:endParaRP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r>
              <a:rPr lang="en-US" sz="1300" i="1">
                <a:solidFill>
                  <a:srgbClr val="595959"/>
                </a:solidFill>
                <a:latin typeface="Calibri"/>
                <a:ea typeface="Calibri"/>
                <a:cs typeface="Calibri"/>
              </a:rPr>
              <a:t>(</a:t>
            </a:r>
            <a:r>
              <a:rPr lang="en-US" sz="1300">
                <a:solidFill>
                  <a:srgbClr val="000000"/>
                </a:solidFill>
                <a:latin typeface="Calibri"/>
                <a:ea typeface="Calibri"/>
                <a:cs typeface="Calibri"/>
              </a:rPr>
              <a:t>offshore)</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331720" y="1645920"/>
            <a:ext cx="4645152" cy="4663440"/>
          </a:xfrm>
          <a:prstGeom prst="rect">
            <a:avLst/>
          </a:prstGeom>
          <a:noFill/>
          <a:ln/>
        </p:spPr>
        <p:txBody>
          <a:bodyPr wrap="square" lIns="0" tIns="0" rIns="0" bIns="0" rtlCol="0" anchor="t"/>
          <a:lstStyle/>
          <a:p>
            <a:endParaRPr lang="en-IN" sz="1050"/>
          </a:p>
          <a:p>
            <a:pPr marL="171450" indent="-171450">
              <a:buFont typeface="Arial" panose="020B0604020202020204" pitchFamily="34" charset="0"/>
              <a:buChar char="•"/>
            </a:pPr>
            <a:r>
              <a:rPr lang="en-IN" sz="1200"/>
              <a:t>Azure Data Engineer with 4.2 years of experience in designing, developing, and maintaining scalable ETL/ELT data pipelines using Microsoft Azure services.</a:t>
            </a:r>
          </a:p>
          <a:p>
            <a:pPr marL="171450" indent="-171450">
              <a:buFont typeface="Arial" panose="020B0604020202020204" pitchFamily="34" charset="0"/>
              <a:buChar char="•"/>
            </a:pPr>
            <a:r>
              <a:rPr lang="en-IN" sz="1200"/>
              <a:t>Strong experience with Azure Data Factory (ADF) for developing end-to-end data integration pipelines, Mapping Data Flows, parameterized workflows, scheduling, dependencies, monitoring, and alerting.</a:t>
            </a:r>
          </a:p>
          <a:p>
            <a:pPr marL="171450" indent="-171450">
              <a:buFont typeface="Arial" panose="020B0604020202020204" pitchFamily="34" charset="0"/>
              <a:buChar char="•"/>
            </a:pPr>
            <a:r>
              <a:rPr lang="en-IN" sz="1200"/>
              <a:t>Hands-on experience with Azure Databricks, </a:t>
            </a:r>
            <a:r>
              <a:rPr lang="en-IN" sz="1200" err="1"/>
              <a:t>PySpark</a:t>
            </a:r>
            <a:r>
              <a:rPr lang="en-IN" sz="1200"/>
              <a:t>, and Spark SQL for data extraction, transformation, cleansing, joins, aggregations, deduplication, and business-rule implementation.</a:t>
            </a:r>
          </a:p>
          <a:p>
            <a:pPr marL="171450" indent="-171450">
              <a:buFont typeface="Arial" panose="020B0604020202020204" pitchFamily="34" charset="0"/>
              <a:buChar char="•"/>
            </a:pPr>
            <a:r>
              <a:rPr lang="en-IN" sz="1200"/>
              <a:t>Proven experience working with structured and semi-structured data, optimizing Spark workloads, and delivering scalable, high-performance data solutions across insurance and healthcare domains.</a:t>
            </a:r>
          </a:p>
          <a:p>
            <a:pPr marL="171450" indent="-171450">
              <a:buFont typeface="Arial" panose="020B0604020202020204" pitchFamily="34" charset="0"/>
              <a:buChar char="•"/>
            </a:pPr>
            <a:r>
              <a:rPr lang="en-IN" sz="1200"/>
              <a:t>Experienced in implementing full-load and incremental-load frameworks, including watermark-based incremental processing for efficient and scalable data ingestion.</a:t>
            </a:r>
          </a:p>
          <a:p>
            <a:pPr marL="171450" indent="-171450">
              <a:buFont typeface="Arial" panose="020B0604020202020204" pitchFamily="34" charset="0"/>
              <a:buChar char="•"/>
            </a:pPr>
            <a:r>
              <a:rPr lang="en-IN" sz="1200"/>
              <a:t>Experienced in implementing Medallion Architecture (Bronze, Silver, and Gold) using Delta Lake and integrating curated datasets into Azure Synapse Analytics for analytics and reporting.</a:t>
            </a:r>
          </a:p>
          <a:p>
            <a:pPr marL="171450" indent="-171450">
              <a:buFont typeface="Arial" panose="020B0604020202020204" pitchFamily="34" charset="0"/>
              <a:buChar char="•"/>
            </a:pPr>
            <a:r>
              <a:rPr lang="en-IN" sz="1200"/>
              <a:t>Designed and developed ETL workflows to standardize source data, apply business rules, perform data transformations, and load trusted datasets into Delta Lake for analytics and operational reporting.</a:t>
            </a:r>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132320" y="5824728"/>
            <a:ext cx="4471416" cy="502920"/>
          </a:xfrm>
          <a:prstGeom prst="rect">
            <a:avLst/>
          </a:prstGeom>
          <a:noFill/>
          <a:ln/>
        </p:spPr>
        <p:txBody>
          <a:bodyPr wrap="square" lIns="0" tIns="0" rIns="0" bIns="0" rtlCol="0" anchor="t"/>
          <a:lstStyle/>
          <a:p>
            <a:pPr marL="177800" indent="-177800">
              <a:buSzPct val="100000"/>
              <a:buFontTx/>
              <a:buChar char="▪"/>
            </a:pPr>
            <a:r>
              <a:rPr lang="en-US" sz="1200"/>
              <a:t>BSc in Computer Science</a:t>
            </a:r>
            <a:endParaRPr lang="en-IN" sz="1200"/>
          </a:p>
          <a:p>
            <a:pPr marL="177800" indent="-177800">
              <a:lnSpc>
                <a:spcPct val="100000"/>
              </a:lnSpc>
              <a:buSzPct val="100000"/>
              <a:buChar char="▪"/>
            </a:pPr>
            <a:endParaRPr lang="en-US" sz="1200"/>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pic>
        <p:nvPicPr>
          <p:cNvPr id="10" name="Picture 9">
            <a:extLst>
              <a:ext uri="{FF2B5EF4-FFF2-40B4-BE49-F238E27FC236}">
                <a16:creationId xmlns:a16="http://schemas.microsoft.com/office/drawing/2014/main" id="{A4BEF42F-D4F4-34F9-EBFA-9A9EC446C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54" y="2497978"/>
            <a:ext cx="2012474" cy="2049996"/>
          </a:xfrm>
          <a:prstGeom prst="rect">
            <a:avLst/>
          </a:prstGeom>
        </p:spPr>
      </p:pic>
      <p:sp>
        <p:nvSpPr>
          <p:cNvPr id="3" name="Text 13">
            <a:extLst>
              <a:ext uri="{FF2B5EF4-FFF2-40B4-BE49-F238E27FC236}">
                <a16:creationId xmlns:a16="http://schemas.microsoft.com/office/drawing/2014/main" id="{50D403F8-393B-0416-396F-73828DB65413}"/>
              </a:ext>
            </a:extLst>
          </p:cNvPr>
          <p:cNvSpPr txBox="1"/>
          <p:nvPr/>
        </p:nvSpPr>
        <p:spPr>
          <a:xfrm>
            <a:off x="7251192" y="1758552"/>
            <a:ext cx="4471416" cy="298776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dirty="0">
              <a:ea typeface="+mn-lt"/>
              <a:cs typeface="+mn-lt"/>
            </a:endParaRP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Azure Databricks </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Azure Data Factory </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Delta Live Tables </a:t>
            </a:r>
          </a:p>
          <a:p>
            <a:pPr marL="171450" indent="-171450" defTabSz="1371600">
              <a:buFont typeface="Arial" panose="020B0604020202020204" pitchFamily="34" charset="0"/>
              <a:buChar char="•"/>
              <a:defRPr/>
            </a:pPr>
            <a:r>
              <a:rPr lang="en-US" sz="1400" dirty="0" err="1">
                <a:solidFill>
                  <a:srgbClr val="000000">
                    <a:lumMod val="75000"/>
                    <a:lumOff val="25000"/>
                  </a:srgbClr>
                </a:solidFill>
                <a:ea typeface="Calibri"/>
                <a:cs typeface="Dubai bold"/>
              </a:rPr>
              <a:t>PySpark</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ADLS Gen2</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SQL</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Data Validation and Analysis</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a:cs typeface="Dubai bold"/>
              </a:rPr>
              <a:t>Delta Lake</a:t>
            </a:r>
          </a:p>
          <a:p>
            <a:pPr defTabSz="1371600">
              <a:lnSpc>
                <a:spcPts val="1200"/>
              </a:lnSpc>
              <a:spcAft>
                <a:spcPts val="1000"/>
              </a:spcAft>
              <a:buSzPct val="100000"/>
              <a:defRPr/>
            </a:pPr>
            <a:endParaRPr lang="en-US" sz="1050" dirty="0">
              <a:solidFill>
                <a:srgbClr val="333333"/>
              </a:solidFill>
              <a:ea typeface="Calibri"/>
              <a:cs typeface="Calibri"/>
            </a:endParaRPr>
          </a:p>
        </p:txBody>
      </p:sp>
    </p:spTree>
    <p:extLst>
      <p:ext uri="{BB962C8B-B14F-4D97-AF65-F5344CB8AC3E}">
        <p14:creationId xmlns:p14="http://schemas.microsoft.com/office/powerpoint/2010/main" val="1601307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B08A2-219F-DFC2-AE9A-997B363D63DD}"/>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A2E84B4F-E623-6302-A6E5-DCAABDC1D24F}"/>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E56AF945-AED9-3D4D-BED9-CD374907DB21}"/>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ABB831F6-12F6-718C-42CA-7DE6B499A11B}"/>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9FC7CD8A-1768-23C6-970D-FA1FA3E4D133}"/>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01CCF067-8238-D485-143E-F71E88F9E3BD}"/>
              </a:ext>
            </a:extLst>
          </p:cNvPr>
          <p:cNvSpPr txBox="1"/>
          <p:nvPr/>
        </p:nvSpPr>
        <p:spPr>
          <a:xfrm>
            <a:off x="320040" y="1920238"/>
            <a:ext cx="1527048" cy="274321"/>
          </a:xfrm>
          <a:prstGeom prst="rect">
            <a:avLst/>
          </a:prstGeom>
          <a:noFill/>
          <a:ln/>
        </p:spPr>
        <p:txBody>
          <a:bodyPr wrap="square" lIns="0" tIns="0" rIns="0" bIns="0" rtlCol="0" anchor="ctr"/>
          <a:lstStyle/>
          <a:p>
            <a:r>
              <a:rPr lang="en-US" b="1">
                <a:solidFill>
                  <a:srgbClr val="0253D2"/>
                </a:solidFill>
                <a:latin typeface="Calibri"/>
                <a:ea typeface="Calibri"/>
                <a:cs typeface="Calibri"/>
              </a:rPr>
              <a:t>Sai Kalyani Peram</a:t>
            </a:r>
            <a:endParaRPr lang="en-US" b="1" err="1">
              <a:solidFill>
                <a:srgbClr val="0253D2"/>
              </a:solidFill>
              <a:latin typeface="Calibri" pitchFamily="34" charset="0"/>
              <a:ea typeface="Calibri" pitchFamily="34" charset="-122"/>
              <a:cs typeface="Calibri" pitchFamily="34" charset="-120"/>
            </a:endParaRPr>
          </a:p>
          <a:p>
            <a:pPr marL="0" indent="0">
              <a:buNone/>
            </a:pPr>
            <a:endParaRPr lang="en-US" sz="1800" b="1">
              <a:solidFill>
                <a:srgbClr val="0253D2"/>
              </a:solidFill>
              <a:latin typeface="Calibri"/>
              <a:ea typeface="Calibri"/>
              <a:cs typeface="Calibri"/>
            </a:endParaRPr>
          </a:p>
          <a:p>
            <a:r>
              <a:rPr lang="en-US" b="1">
                <a:latin typeface="Calibri"/>
                <a:ea typeface="Calibri"/>
                <a:cs typeface="Calibri"/>
              </a:rPr>
              <a:t>Data Engineer</a:t>
            </a:r>
          </a:p>
          <a:p>
            <a:endParaRPr lang="en-US"/>
          </a:p>
        </p:txBody>
      </p:sp>
      <p:sp>
        <p:nvSpPr>
          <p:cNvPr id="17" name="Shape 5">
            <a:extLst>
              <a:ext uri="{FF2B5EF4-FFF2-40B4-BE49-F238E27FC236}">
                <a16:creationId xmlns:a16="http://schemas.microsoft.com/office/drawing/2014/main" id="{F1BDE4E9-F748-1ABB-D7A4-305921585667}"/>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744A413E-4808-3370-BC92-D6F75E46F9AF}"/>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SUMMARY</a:t>
            </a:r>
            <a:endParaRPr lang="en-US" sz="1600"/>
          </a:p>
        </p:txBody>
      </p:sp>
      <p:sp>
        <p:nvSpPr>
          <p:cNvPr id="21" name="Shape 7">
            <a:extLst>
              <a:ext uri="{FF2B5EF4-FFF2-40B4-BE49-F238E27FC236}">
                <a16:creationId xmlns:a16="http://schemas.microsoft.com/office/drawing/2014/main" id="{1EEDC0B2-B71E-8E3B-F2BF-9BF60BAF9DC1}"/>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5C7596BA-1C62-15FD-0BFA-91230043F2B2}"/>
              </a:ext>
            </a:extLst>
          </p:cNvPr>
          <p:cNvSpPr txBox="1"/>
          <p:nvPr/>
        </p:nvSpPr>
        <p:spPr>
          <a:xfrm>
            <a:off x="2331720" y="1645920"/>
            <a:ext cx="4321048" cy="4683760"/>
          </a:xfrm>
          <a:prstGeom prst="rect">
            <a:avLst/>
          </a:prstGeom>
          <a:noFill/>
          <a:ln/>
        </p:spPr>
        <p:txBody>
          <a:bodyPr wrap="square" lIns="0" tIns="0" rIns="0" bIns="0" rtlCol="0" anchor="t"/>
          <a:lstStyle/>
          <a:p>
            <a:endParaRPr lang="en-IN" sz="120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250">
                <a:latin typeface="Calibri"/>
                <a:ea typeface="Calibri"/>
                <a:cs typeface="Calibri"/>
              </a:rPr>
              <a:t>Data Engineer with 4.1 years of experience in designing, developing, and optimizing scalable data pipelines and ETL solutions using cloud-based data engineering technologies.</a:t>
            </a:r>
            <a:endParaRPr lang="en-US" sz="1250">
              <a:latin typeface="Calibri"/>
              <a:ea typeface="Calibri"/>
              <a:cs typeface="Calibri"/>
            </a:endParaRPr>
          </a:p>
          <a:p>
            <a:pPr marL="285750" indent="-285750">
              <a:buFont typeface="Arial" panose="020B0604020202020204" pitchFamily="34" charset="0"/>
              <a:buChar char="•"/>
            </a:pPr>
            <a:r>
              <a:rPr lang="en-IN" sz="1250">
                <a:latin typeface="Calibri"/>
                <a:ea typeface="Calibri"/>
                <a:cs typeface="Calibri"/>
              </a:rPr>
              <a:t>Hands-on experience with Azure Databricks, </a:t>
            </a:r>
            <a:r>
              <a:rPr lang="en-IN" sz="1250" err="1">
                <a:latin typeface="Calibri"/>
                <a:ea typeface="Calibri"/>
                <a:cs typeface="Calibri"/>
              </a:rPr>
              <a:t>PySpark</a:t>
            </a:r>
            <a:r>
              <a:rPr lang="en-IN" sz="1250">
                <a:latin typeface="Calibri"/>
                <a:ea typeface="Calibri"/>
                <a:cs typeface="Calibri"/>
              </a:rPr>
              <a:t>, Python, SQL, Delta Lake, ADLS Gen2, and Kafka, developing reliable data ingestion and transformation workflows.</a:t>
            </a:r>
            <a:endParaRPr lang="en-US" sz="1250">
              <a:latin typeface="Calibri"/>
              <a:ea typeface="Calibri"/>
              <a:cs typeface="Calibri"/>
            </a:endParaRPr>
          </a:p>
          <a:p>
            <a:pPr marL="285750" indent="-285750">
              <a:buFont typeface="Arial" panose="020B0604020202020204" pitchFamily="34" charset="0"/>
              <a:buChar char="•"/>
            </a:pPr>
            <a:r>
              <a:rPr lang="en-IN" sz="1250">
                <a:latin typeface="Calibri"/>
                <a:ea typeface="Calibri"/>
                <a:cs typeface="Calibri"/>
              </a:rPr>
              <a:t>Experienced in designing Lakehouse solutions using Medallion Architecture, supporting structured processing of complex and hierarchical healthcare data.</a:t>
            </a:r>
          </a:p>
          <a:p>
            <a:pPr marL="285750" indent="-285750">
              <a:buFont typeface="Arial" panose="020B0604020202020204" pitchFamily="34" charset="0"/>
              <a:buChar char="•"/>
            </a:pPr>
            <a:r>
              <a:rPr lang="en-IN" sz="1250">
                <a:latin typeface="Calibri"/>
                <a:ea typeface="Calibri"/>
                <a:cs typeface="Calibri"/>
              </a:rPr>
              <a:t>Strong experience in data transformation, data quality, incremental processing and deduplication using scalable data engineering practices.</a:t>
            </a:r>
          </a:p>
          <a:p>
            <a:pPr marL="285750" indent="-285750">
              <a:buFont typeface="Arial" panose="020B0604020202020204" pitchFamily="34" charset="0"/>
              <a:buChar char="•"/>
            </a:pPr>
            <a:r>
              <a:rPr lang="en-IN" sz="1250">
                <a:latin typeface="Calibri"/>
                <a:ea typeface="Calibri"/>
                <a:cs typeface="Calibri"/>
              </a:rPr>
              <a:t>Experienced in developing reusable and parameterized data processing frameworks, reducing code duplication and improving maintainability across multiple datasets and tables.</a:t>
            </a:r>
          </a:p>
          <a:p>
            <a:pPr marL="285750" indent="-285750">
              <a:buFont typeface="Arial" panose="020B0604020202020204" pitchFamily="34" charset="0"/>
              <a:buChar char="•"/>
            </a:pPr>
            <a:r>
              <a:rPr lang="en-IN" sz="1250">
                <a:latin typeface="Calibri"/>
                <a:ea typeface="Calibri"/>
                <a:cs typeface="Calibri"/>
              </a:rPr>
              <a:t>Skilled in Spark and Delta Lake performance optimization, with experience improving pipeline efficiency through incremental processing, filtering, partitioning, and join optimization.</a:t>
            </a:r>
          </a:p>
          <a:p>
            <a:pPr marL="285750" indent="-285750">
              <a:buFont typeface="Arial" panose="020B0604020202020204" pitchFamily="34" charset="0"/>
              <a:buChar char="•"/>
            </a:pPr>
            <a:r>
              <a:rPr lang="en-IN" sz="1250">
                <a:latin typeface="Calibri"/>
                <a:ea typeface="Calibri"/>
                <a:cs typeface="Calibri"/>
              </a:rPr>
              <a:t>Experienced in data pipeline monitoring, audit logging, CI/CD, and production support, while collaborating with cross-functional teams in Agile/Scrum environments.</a:t>
            </a:r>
          </a:p>
          <a:p>
            <a:pPr marL="285750" lvl="0" indent="-285750">
              <a:buFont typeface="Arial" panose="020B0604020202020204" pitchFamily="34" charset="0"/>
              <a:buChar char="•"/>
            </a:pPr>
            <a:endParaRPr lang="en-IN" sz="1400">
              <a:latin typeface="Calibri"/>
              <a:ea typeface="Calibri"/>
              <a:cs typeface="Calibri"/>
            </a:endParaRPr>
          </a:p>
          <a:p>
            <a:pPr marL="285750" indent="-285750">
              <a:buFont typeface="Arial" panose="020B0604020202020204" pitchFamily="34" charset="0"/>
              <a:buChar char="•"/>
            </a:pPr>
            <a:endParaRPr lang="en-IN" sz="1400">
              <a:latin typeface="Calibri"/>
              <a:ea typeface="Calibri" panose="020F0502020204030204" pitchFamily="34" charset="0"/>
              <a:cs typeface="Calibri" panose="020F0502020204030204" pitchFamily="34" charset="0"/>
            </a:endParaRPr>
          </a:p>
          <a:p>
            <a:pPr marL="171450" indent="-171450">
              <a:buFont typeface="Arial" panose="020B0604020202020204" pitchFamily="34" charset="0"/>
              <a:buChar char="•"/>
            </a:pPr>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25" name="Shape 10">
            <a:extLst>
              <a:ext uri="{FF2B5EF4-FFF2-40B4-BE49-F238E27FC236}">
                <a16:creationId xmlns:a16="http://schemas.microsoft.com/office/drawing/2014/main" id="{5DDFB3D9-C10D-818E-E7F1-AB8B02166834}"/>
              </a:ext>
            </a:extLst>
          </p:cNvPr>
          <p:cNvSpPr/>
          <p:nvPr/>
        </p:nvSpPr>
        <p:spPr>
          <a:xfrm>
            <a:off x="7086600" y="1234440"/>
            <a:ext cx="4800600" cy="295351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29CA9D76-4782-8A24-55FD-D1717A7A72FF}"/>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TECHNICAL SKILLS</a:t>
            </a:r>
            <a:endParaRPr lang="en-US" sz="1600"/>
          </a:p>
        </p:txBody>
      </p:sp>
      <p:sp>
        <p:nvSpPr>
          <p:cNvPr id="29" name="Shape 12">
            <a:extLst>
              <a:ext uri="{FF2B5EF4-FFF2-40B4-BE49-F238E27FC236}">
                <a16:creationId xmlns:a16="http://schemas.microsoft.com/office/drawing/2014/main" id="{AA2D398F-6F62-6971-6296-73CBCBB92290}"/>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4D1C83A7-0906-117D-AE34-9A5225698ECB}"/>
              </a:ext>
            </a:extLst>
          </p:cNvPr>
          <p:cNvSpPr txBox="1"/>
          <p:nvPr/>
        </p:nvSpPr>
        <p:spPr>
          <a:xfrm>
            <a:off x="7251192" y="1697421"/>
            <a:ext cx="4629071" cy="2770178"/>
          </a:xfrm>
          <a:prstGeom prst="rect">
            <a:avLst/>
          </a:prstGeom>
          <a:noFill/>
          <a:ln/>
        </p:spPr>
        <p:txBody>
          <a:bodyPr wrap="square" lIns="0" tIns="0" rIns="0" bIns="0" rtlCol="0" anchor="t"/>
          <a:lstStyle/>
          <a:p>
            <a:r>
              <a:rPr lang="en-US" sz="1400" b="1">
                <a:latin typeface="Calibri"/>
                <a:ea typeface="Calibri"/>
                <a:cs typeface="Calibri"/>
              </a:rPr>
              <a:t>Programming Language</a:t>
            </a:r>
            <a:r>
              <a:rPr lang="en-US" sz="1400">
                <a:latin typeface="Calibri"/>
                <a:ea typeface="Calibri"/>
                <a:cs typeface="Calibri"/>
              </a:rPr>
              <a:t>s: </a:t>
            </a:r>
            <a:r>
              <a:rPr lang="en-US" sz="1400" err="1">
                <a:latin typeface="Calibri"/>
                <a:ea typeface="Calibri"/>
                <a:cs typeface="Calibri"/>
              </a:rPr>
              <a:t>Pyspark</a:t>
            </a:r>
            <a:r>
              <a:rPr lang="en-US" sz="1400">
                <a:latin typeface="Calibri"/>
                <a:ea typeface="Calibri"/>
                <a:cs typeface="Calibri"/>
              </a:rPr>
              <a:t>, SQL, Python, </a:t>
            </a:r>
            <a:r>
              <a:rPr lang="en-US" sz="1400" err="1">
                <a:latin typeface="Calibri"/>
                <a:ea typeface="Calibri"/>
                <a:cs typeface="Calibri"/>
              </a:rPr>
              <a:t>SparkSQL</a:t>
            </a:r>
            <a:endParaRPr lang="en-US" sz="1400">
              <a:latin typeface="Calibri"/>
              <a:ea typeface="Calibri"/>
              <a:cs typeface="Calibri"/>
            </a:endParaRPr>
          </a:p>
          <a:p>
            <a:r>
              <a:rPr lang="en-US" sz="1400" b="1">
                <a:latin typeface="Calibri"/>
                <a:ea typeface="Calibri"/>
                <a:cs typeface="Calibri"/>
              </a:rPr>
              <a:t>ETL and Data Processing Platforms: </a:t>
            </a:r>
            <a:r>
              <a:rPr lang="en-US" sz="1400">
                <a:latin typeface="Calibri"/>
                <a:ea typeface="Calibri"/>
                <a:cs typeface="Calibri"/>
              </a:rPr>
              <a:t>Databricks, ADF, Delta lake</a:t>
            </a:r>
          </a:p>
          <a:p>
            <a:r>
              <a:rPr lang="en-US" sz="1400" b="1">
                <a:latin typeface="Calibri"/>
                <a:ea typeface="Calibri"/>
                <a:cs typeface="Calibri"/>
              </a:rPr>
              <a:t>Streaming Tools: </a:t>
            </a:r>
            <a:r>
              <a:rPr lang="en-US" sz="1400">
                <a:latin typeface="Calibri"/>
                <a:ea typeface="Calibri"/>
                <a:cs typeface="Calibri"/>
              </a:rPr>
              <a:t>Kafka, Spark Structured Streaming </a:t>
            </a:r>
          </a:p>
          <a:p>
            <a:r>
              <a:rPr lang="en-US" sz="1400" b="1">
                <a:latin typeface="Calibri"/>
                <a:ea typeface="Calibri"/>
                <a:cs typeface="Calibri"/>
              </a:rPr>
              <a:t>Cloud Platforms:</a:t>
            </a:r>
            <a:r>
              <a:rPr lang="en-US" sz="1400">
                <a:latin typeface="Calibri"/>
                <a:ea typeface="Calibri"/>
                <a:cs typeface="Calibri"/>
              </a:rPr>
              <a:t> Azure, ADLS Gen2</a:t>
            </a:r>
          </a:p>
          <a:p>
            <a:r>
              <a:rPr lang="en-US" sz="1400" b="1">
                <a:latin typeface="Calibri"/>
                <a:ea typeface="Calibri"/>
                <a:cs typeface="Calibri"/>
              </a:rPr>
              <a:t>Version Control</a:t>
            </a:r>
            <a:r>
              <a:rPr lang="en-US" sz="1400">
                <a:latin typeface="Calibri"/>
                <a:ea typeface="Calibri"/>
                <a:cs typeface="Calibri"/>
              </a:rPr>
              <a:t>: Git, Azure </a:t>
            </a:r>
            <a:r>
              <a:rPr lang="en-US" sz="1400" err="1">
                <a:latin typeface="Calibri"/>
                <a:ea typeface="Calibri"/>
                <a:cs typeface="Calibri"/>
              </a:rPr>
              <a:t>Devops</a:t>
            </a:r>
            <a:r>
              <a:rPr lang="en-US" sz="1400">
                <a:latin typeface="Calibri"/>
                <a:ea typeface="Calibri"/>
                <a:cs typeface="Calibri"/>
              </a:rPr>
              <a:t>, CI/CD </a:t>
            </a:r>
          </a:p>
          <a:p>
            <a:endParaRPr lang="en-US"/>
          </a:p>
          <a:p>
            <a:endParaRPr lang="en-US"/>
          </a:p>
          <a:p>
            <a:endParaRPr lang="en-US"/>
          </a:p>
        </p:txBody>
      </p:sp>
      <p:sp>
        <p:nvSpPr>
          <p:cNvPr id="35" name="Text 15">
            <a:extLst>
              <a:ext uri="{FF2B5EF4-FFF2-40B4-BE49-F238E27FC236}">
                <a16:creationId xmlns:a16="http://schemas.microsoft.com/office/drawing/2014/main" id="{2ABD3314-F84E-C732-CCAA-6C2787D47B9F}"/>
              </a:ext>
            </a:extLst>
          </p:cNvPr>
          <p:cNvSpPr txBox="1"/>
          <p:nvPr/>
        </p:nvSpPr>
        <p:spPr>
          <a:xfrm>
            <a:off x="7086600" y="4458398"/>
            <a:ext cx="4636008" cy="659386"/>
          </a:xfrm>
          <a:prstGeom prst="rect">
            <a:avLst/>
          </a:prstGeom>
          <a:noFill/>
          <a:ln/>
        </p:spPr>
        <p:txBody>
          <a:bodyPr wrap="square" lIns="0" tIns="0" rIns="0" bIns="0" rtlCol="0" anchor="ctr"/>
          <a:lstStyle/>
          <a:p>
            <a:pPr marL="0" indent="0">
              <a:buNone/>
            </a:pPr>
            <a:r>
              <a:rPr lang="en-US" sz="1600" b="1">
                <a:solidFill>
                  <a:srgbClr val="0253D2"/>
                </a:solidFill>
                <a:latin typeface="Calibri" pitchFamily="34" charset="0"/>
                <a:ea typeface="Calibri" pitchFamily="34" charset="-122"/>
                <a:cs typeface="Calibri" pitchFamily="34" charset="-120"/>
              </a:rPr>
              <a:t>EDUCATION &amp; CERTIFICATIONS</a:t>
            </a:r>
            <a:endParaRPr lang="en-US" sz="1600"/>
          </a:p>
        </p:txBody>
      </p:sp>
      <p:sp>
        <p:nvSpPr>
          <p:cNvPr id="37" name="Text 16">
            <a:extLst>
              <a:ext uri="{FF2B5EF4-FFF2-40B4-BE49-F238E27FC236}">
                <a16:creationId xmlns:a16="http://schemas.microsoft.com/office/drawing/2014/main" id="{50949CFA-4F2F-24F9-69D4-47CF0248DB59}"/>
              </a:ext>
            </a:extLst>
          </p:cNvPr>
          <p:cNvSpPr txBox="1"/>
          <p:nvPr/>
        </p:nvSpPr>
        <p:spPr>
          <a:xfrm>
            <a:off x="7086600" y="5109249"/>
            <a:ext cx="4407408" cy="1146455"/>
          </a:xfrm>
          <a:prstGeom prst="rect">
            <a:avLst/>
          </a:prstGeom>
          <a:noFill/>
          <a:ln/>
        </p:spPr>
        <p:txBody>
          <a:bodyPr wrap="square" lIns="0" tIns="0" rIns="0" bIns="0" rtlCol="0" anchor="t"/>
          <a:lstStyle/>
          <a:p>
            <a:r>
              <a:rPr lang="en-US" sz="1400" err="1">
                <a:latin typeface="Calibri"/>
                <a:ea typeface="Calibri"/>
                <a:cs typeface="Calibri"/>
              </a:rPr>
              <a:t>B.Tech</a:t>
            </a:r>
            <a:r>
              <a:rPr lang="en-US" sz="1400">
                <a:latin typeface="Calibri"/>
                <a:ea typeface="Calibri"/>
                <a:cs typeface="Calibri"/>
              </a:rPr>
              <a:t> in CSE — Gokaraju </a:t>
            </a:r>
            <a:r>
              <a:rPr lang="en-US" sz="1400" err="1">
                <a:latin typeface="Calibri"/>
                <a:ea typeface="Calibri"/>
                <a:cs typeface="Calibri"/>
              </a:rPr>
              <a:t>RangaRaju</a:t>
            </a:r>
            <a:r>
              <a:rPr lang="en-US" sz="1400">
                <a:latin typeface="Calibri"/>
                <a:ea typeface="Calibri"/>
                <a:cs typeface="Calibri"/>
              </a:rPr>
              <a:t> Institute of Engineering and Technology</a:t>
            </a:r>
            <a:endParaRPr lang="en-IN" sz="1400">
              <a:latin typeface="Calibri" panose="020F0502020204030204" pitchFamily="34" charset="0"/>
              <a:ea typeface="Calibri" panose="020F0502020204030204" pitchFamily="34" charset="0"/>
              <a:cs typeface="Calibri" panose="020F0502020204030204" pitchFamily="34" charset="0"/>
            </a:endParaRPr>
          </a:p>
          <a:p>
            <a:r>
              <a:rPr lang="en-US" sz="1400">
                <a:latin typeface="Calibri"/>
                <a:ea typeface="Calibri"/>
                <a:cs typeface="Calibri"/>
              </a:rPr>
              <a:t>Certified Data Engineer Professional, Issued by: Databricks</a:t>
            </a:r>
          </a:p>
          <a:p>
            <a:r>
              <a:rPr lang="en-US" sz="1400">
                <a:ea typeface="+mn-lt"/>
                <a:cs typeface="+mn-lt"/>
              </a:rPr>
              <a:t>Microsoft Certified: Azure Fundamentals (AZ-900) • Microsoft Certified: Azure Data Fundamentals( DP-900) </a:t>
            </a:r>
            <a:endParaRPr lang="en-US"/>
          </a:p>
          <a:p>
            <a:endParaRPr lang="en-US" sz="1400">
              <a:latin typeface="Calibri" panose="020F0502020204030204" pitchFamily="34" charset="0"/>
              <a:ea typeface="Calibri" panose="020F0502020204030204" pitchFamily="34" charset="0"/>
              <a:cs typeface="Calibri" panose="020F0502020204030204" pitchFamily="34" charset="0"/>
            </a:endParaRPr>
          </a:p>
        </p:txBody>
      </p:sp>
      <p:sp>
        <p:nvSpPr>
          <p:cNvPr id="39" name="Shape 17">
            <a:extLst>
              <a:ext uri="{FF2B5EF4-FFF2-40B4-BE49-F238E27FC236}">
                <a16:creationId xmlns:a16="http://schemas.microsoft.com/office/drawing/2014/main" id="{5ABE797B-777C-F248-D4A1-035ECF94C053}"/>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6DD0068B-FC91-A513-5CE2-DBD34A48BF70}"/>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Tree>
    <p:extLst>
      <p:ext uri="{BB962C8B-B14F-4D97-AF65-F5344CB8AC3E}">
        <p14:creationId xmlns:p14="http://schemas.microsoft.com/office/powerpoint/2010/main" val="288130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0C6A-69A6-9521-197F-E41AF505FD55}"/>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555E3A21-9DF0-6E05-D4C8-C1230C7637A0}"/>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A866BAD2-1951-E60E-E7F3-92101BD7CA50}"/>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D601C095-E01F-EC2F-C89A-B65F5633C54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A821CBF3-E426-75D2-449F-ABC83F39A59B}"/>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EF376192-6C7A-A276-C381-FFAF54FA8349}"/>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Rajni Kumari</a:t>
            </a:r>
          </a:p>
          <a:p>
            <a:pPr marL="0" indent="0">
              <a:buNone/>
            </a:pPr>
            <a:endParaRPr lang="en-US" sz="1800"/>
          </a:p>
        </p:txBody>
      </p:sp>
      <p:sp>
        <p:nvSpPr>
          <p:cNvPr id="15" name="Text 4">
            <a:extLst>
              <a:ext uri="{FF2B5EF4-FFF2-40B4-BE49-F238E27FC236}">
                <a16:creationId xmlns:a16="http://schemas.microsoft.com/office/drawing/2014/main" id="{F177A0A9-E704-EFD9-A220-7366FCD333A9}"/>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Data Engineer</a:t>
            </a:r>
          </a:p>
        </p:txBody>
      </p:sp>
      <p:sp>
        <p:nvSpPr>
          <p:cNvPr id="17" name="Shape 5">
            <a:extLst>
              <a:ext uri="{FF2B5EF4-FFF2-40B4-BE49-F238E27FC236}">
                <a16:creationId xmlns:a16="http://schemas.microsoft.com/office/drawing/2014/main" id="{7C7D452D-D36E-8933-7472-AC34C97E6FA0}"/>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7C0A83ED-39C4-E5D6-7814-C833583A471B}"/>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40F2EDC6-2B45-3071-74F8-0A2726394557}"/>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CDE6D047-1773-AC2F-B3F5-281FC34D91A8}"/>
              </a:ext>
            </a:extLst>
          </p:cNvPr>
          <p:cNvSpPr txBox="1"/>
          <p:nvPr/>
        </p:nvSpPr>
        <p:spPr>
          <a:xfrm>
            <a:off x="2499489" y="1714272"/>
            <a:ext cx="4361688" cy="4647548"/>
          </a:xfrm>
          <a:prstGeom prst="rect">
            <a:avLst/>
          </a:prstGeom>
          <a:noFill/>
          <a:ln/>
        </p:spPr>
        <p:txBody>
          <a:bodyPr wrap="square" lIns="0" tIns="0" rIns="0" bIns="0" rtlCol="0" anchor="t"/>
          <a:lstStyle/>
          <a:p>
            <a:r>
              <a:rPr lang="en-IN" sz="1050"/>
              <a:t>• Certified Data Engineer with 4+ years of experience in ETL development, data integration, and data engineering, with hands-on experience in Databricks, </a:t>
            </a:r>
            <a:r>
              <a:rPr lang="en-IN" sz="1050" err="1"/>
              <a:t>PySpark</a:t>
            </a:r>
            <a:r>
              <a:rPr lang="en-IN" sz="1050"/>
              <a:t>, Python, SQL, ADF, Azure SQL, Delta Lake, Oracle, PL/SQL, and ODI.</a:t>
            </a:r>
          </a:p>
          <a:p>
            <a:r>
              <a:rPr lang="en-IN" sz="1050"/>
              <a:t>• Experienced in the P&amp;C Insurance domain, working on data processing, transformation, and integration requirements.</a:t>
            </a:r>
          </a:p>
          <a:p>
            <a:r>
              <a:rPr lang="en-IN" sz="1050"/>
              <a:t>• Skilled in building, troubleshooting, and optimizing data pipelines, including full-load, incremental-load, and batch processing, with focus on performance, data quality, and production issue resolution.</a:t>
            </a:r>
          </a:p>
          <a:p>
            <a:r>
              <a:rPr lang="en-IN" sz="1050"/>
              <a:t>• Experience in data migration and modernization initiatives, with knowledge of Data Warehousing, Data Modelling, Dimensional Modelling, SCD, and Delta Lake.</a:t>
            </a:r>
          </a:p>
          <a:p>
            <a:r>
              <a:rPr lang="en-IN" sz="1050"/>
              <a:t>• Developed metadata-driven and reusable data frameworks that improved development efficiency, streamlined deployments, and reduced manual effort across multiple environments.</a:t>
            </a:r>
          </a:p>
          <a:p>
            <a:r>
              <a:rPr lang="en-IN" sz="1050"/>
              <a:t>• Experienced in end-to-end conversion of ODI mappings and </a:t>
            </a:r>
            <a:r>
              <a:rPr lang="en-IN" sz="1050" err="1"/>
              <a:t>loadplans</a:t>
            </a:r>
            <a:r>
              <a:rPr lang="en-IN" sz="1050"/>
              <a:t> to Databricks, including workflow orchestration, reusable notebook development, incremental data processing, audit implementation, testing, troubleshooting, and deployment.</a:t>
            </a:r>
          </a:p>
          <a:p>
            <a:endParaRPr lang="en-IN" sz="1050"/>
          </a:p>
          <a:p>
            <a:endParaRPr lang="en-IN" sz="1050"/>
          </a:p>
          <a:p>
            <a:endParaRPr lang="en-IN" sz="1050"/>
          </a:p>
          <a:p>
            <a:endParaRPr lang="en-IN" sz="1050"/>
          </a:p>
          <a:p>
            <a:endParaRPr lang="en-IN" sz="1050"/>
          </a:p>
        </p:txBody>
      </p:sp>
      <p:sp>
        <p:nvSpPr>
          <p:cNvPr id="25" name="Shape 10">
            <a:extLst>
              <a:ext uri="{FF2B5EF4-FFF2-40B4-BE49-F238E27FC236}">
                <a16:creationId xmlns:a16="http://schemas.microsoft.com/office/drawing/2014/main" id="{7FB71561-7DF7-A3C1-7954-D76A177256B6}"/>
              </a:ext>
            </a:extLst>
          </p:cNvPr>
          <p:cNvSpPr/>
          <p:nvPr/>
        </p:nvSpPr>
        <p:spPr>
          <a:xfrm>
            <a:off x="7025640" y="1275080"/>
            <a:ext cx="4851400" cy="256031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A2DE538D-24EE-3845-32DE-BFDEF5848245}"/>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00673109-3F9E-B37E-A8AE-C2A888E7A06F}"/>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074FEBBE-570C-38EF-0E24-CF0DA07E1583}"/>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5B6BC2DF-3DB7-6A73-C4B6-644769298337}"/>
              </a:ext>
            </a:extLst>
          </p:cNvPr>
          <p:cNvSpPr/>
          <p:nvPr/>
        </p:nvSpPr>
        <p:spPr>
          <a:xfrm>
            <a:off x="7096760" y="4111552"/>
            <a:ext cx="4770120" cy="229940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CF7213C9-FB61-650B-4753-4ED058BE6D35}"/>
              </a:ext>
            </a:extLst>
          </p:cNvPr>
          <p:cNvSpPr txBox="1"/>
          <p:nvPr/>
        </p:nvSpPr>
        <p:spPr>
          <a:xfrm>
            <a:off x="7190232" y="428717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BE5FF3D6-62A7-7989-97A4-59E5F96B2630}"/>
              </a:ext>
            </a:extLst>
          </p:cNvPr>
          <p:cNvSpPr txBox="1"/>
          <p:nvPr/>
        </p:nvSpPr>
        <p:spPr>
          <a:xfrm>
            <a:off x="7239000" y="4616359"/>
            <a:ext cx="4617720" cy="1715879"/>
          </a:xfrm>
          <a:prstGeom prst="rect">
            <a:avLst/>
          </a:prstGeom>
          <a:noFill/>
          <a:ln/>
        </p:spPr>
        <p:txBody>
          <a:bodyPr wrap="square" lIns="0" tIns="0" rIns="0" bIns="0" rtlCol="0" anchor="t"/>
          <a:lstStyle/>
          <a:p>
            <a:pPr marL="171450" indent="-171450">
              <a:buSzPct val="100000"/>
              <a:buFont typeface="Arial"/>
              <a:buChar char="•"/>
            </a:pPr>
            <a:r>
              <a:rPr lang="en-US" sz="1200"/>
              <a:t>Bachelor of Technology (CSE)  from Netaji Subhash Engineering College , West Bengal</a:t>
            </a:r>
            <a:endParaRPr lang="en-US">
              <a:latin typeface="Aptos" panose="02110004020202020204"/>
              <a:ea typeface="Calibri"/>
              <a:cs typeface="Calibri"/>
            </a:endParaRPr>
          </a:p>
          <a:p>
            <a:pPr marL="171450" indent="-171450">
              <a:buSzPct val="100000"/>
              <a:buFont typeface="Arial"/>
              <a:buChar char="•"/>
            </a:pPr>
            <a:r>
              <a:rPr lang="en-IN" sz="1200"/>
              <a:t>Databricks Certified Data Engineer Associate | Microsoft Certified: Azure Data Engineer Associate</a:t>
            </a:r>
            <a:endParaRPr lang="en-US" sz="1200"/>
          </a:p>
          <a:p>
            <a:pPr>
              <a:lnSpc>
                <a:spcPct val="100000"/>
              </a:lnSpc>
            </a:pPr>
            <a:endParaRPr lang="en-IN" sz="1100"/>
          </a:p>
        </p:txBody>
      </p:sp>
      <p:sp>
        <p:nvSpPr>
          <p:cNvPr id="39" name="Shape 17">
            <a:extLst>
              <a:ext uri="{FF2B5EF4-FFF2-40B4-BE49-F238E27FC236}">
                <a16:creationId xmlns:a16="http://schemas.microsoft.com/office/drawing/2014/main" id="{F5A7EC6A-904C-1576-A0CC-2659FF4CB6B4}"/>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CB30B64F-1F67-B979-3981-7EEAAC93CC9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E3B2A7C0-E796-D0E9-9342-0D84419A59D4}"/>
              </a:ext>
            </a:extLst>
          </p:cNvPr>
          <p:cNvSpPr txBox="1"/>
          <p:nvPr/>
        </p:nvSpPr>
        <p:spPr>
          <a:xfrm>
            <a:off x="7190232" y="1748392"/>
            <a:ext cx="4532376" cy="198192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SzPct val="100000"/>
              <a:buFont typeface="Arial"/>
              <a:buChar char="•"/>
            </a:pPr>
            <a:r>
              <a:rPr lang="en-US" sz="1100" b="1">
                <a:latin typeface="Calibri"/>
                <a:ea typeface="Calibri"/>
                <a:cs typeface="Calibri"/>
              </a:rPr>
              <a:t>Programming Languages</a:t>
            </a:r>
            <a:r>
              <a:rPr lang="en-US" sz="1100">
                <a:latin typeface="Calibri"/>
                <a:ea typeface="Calibri"/>
                <a:cs typeface="Calibri"/>
              </a:rPr>
              <a:t>: SQL, Python, </a:t>
            </a:r>
            <a:r>
              <a:rPr lang="en-US" sz="1100" err="1">
                <a:latin typeface="Calibri"/>
                <a:ea typeface="Calibri"/>
                <a:cs typeface="Calibri"/>
              </a:rPr>
              <a:t>PySpark</a:t>
            </a:r>
            <a:r>
              <a:rPr lang="en-US" sz="1100">
                <a:latin typeface="Calibri"/>
                <a:ea typeface="Calibri"/>
                <a:cs typeface="Calibri"/>
              </a:rPr>
              <a:t>, Spark SQL  </a:t>
            </a:r>
            <a:endParaRPr lang="en-US" sz="1200">
              <a:ea typeface="+mn-lt"/>
              <a:cs typeface="+mn-lt"/>
            </a:endParaRPr>
          </a:p>
          <a:p>
            <a:pPr algn="just">
              <a:buSzPct val="100000"/>
              <a:buFont typeface="Arial"/>
              <a:buChar char="•"/>
            </a:pPr>
            <a:r>
              <a:rPr lang="en-US" sz="1100" b="1">
                <a:latin typeface="Calibri"/>
                <a:ea typeface="Calibri"/>
                <a:cs typeface="Calibri"/>
              </a:rPr>
              <a:t>Cloud Platforms:</a:t>
            </a:r>
            <a:r>
              <a:rPr lang="en-US" sz="1100">
                <a:latin typeface="Calibri"/>
                <a:ea typeface="Calibri"/>
                <a:cs typeface="Calibri"/>
              </a:rPr>
              <a:t> Microsoft Azure (ADF, ADB, ADLS, Azure SQL, Azure Functions, Logic Apps) </a:t>
            </a:r>
            <a:endParaRPr lang="en-US"/>
          </a:p>
          <a:p>
            <a:pPr algn="just" defTabSz="1371600">
              <a:buSzPct val="100000"/>
              <a:buFont typeface="Arial"/>
              <a:buChar char="•"/>
              <a:defRPr/>
            </a:pPr>
            <a:r>
              <a:rPr lang="en-US" sz="1100" b="1">
                <a:solidFill>
                  <a:srgbClr val="000000"/>
                </a:solidFill>
                <a:latin typeface="Calibri"/>
                <a:ea typeface="Calibri"/>
                <a:cs typeface="Calibri"/>
              </a:rPr>
              <a:t>Data Processing:</a:t>
            </a:r>
            <a:r>
              <a:rPr lang="en-US" sz="1100">
                <a:solidFill>
                  <a:srgbClr val="000000"/>
                </a:solidFill>
                <a:latin typeface="Calibri"/>
                <a:ea typeface="Calibri"/>
                <a:cs typeface="Calibri"/>
              </a:rPr>
              <a:t> Azure Data Factory, ETL/ELT, Data Pipelines, Medallion Architecture , Data Modeling</a:t>
            </a:r>
            <a:endParaRPr lang="en-US"/>
          </a:p>
          <a:p>
            <a:pPr algn="just" defTabSz="1371600">
              <a:buSzPct val="100000"/>
              <a:buFont typeface="Arial"/>
              <a:buChar char="•"/>
              <a:defRPr/>
            </a:pPr>
            <a:r>
              <a:rPr lang="en-US" sz="1100" b="1">
                <a:solidFill>
                  <a:srgbClr val="000000"/>
                </a:solidFill>
                <a:latin typeface="Calibri"/>
                <a:ea typeface="Calibri"/>
                <a:cs typeface="Calibri"/>
              </a:rPr>
              <a:t>Data Governance</a:t>
            </a:r>
            <a:r>
              <a:rPr lang="en-US" sz="1100">
                <a:solidFill>
                  <a:srgbClr val="000000"/>
                </a:solidFill>
                <a:latin typeface="Calibri"/>
                <a:ea typeface="Calibri"/>
                <a:cs typeface="Calibri"/>
              </a:rPr>
              <a:t>: Unity Catalog, Azure Key Vault</a:t>
            </a:r>
            <a:endParaRPr lang="en-US" sz="1100" b="1">
              <a:solidFill>
                <a:srgbClr val="000000"/>
              </a:solidFill>
              <a:latin typeface="Calibri"/>
              <a:ea typeface="Calibri"/>
              <a:cs typeface="Calibri"/>
            </a:endParaRPr>
          </a:p>
          <a:p>
            <a:pPr algn="just" defTabSz="1371600">
              <a:buSzPct val="100000"/>
              <a:defRPr/>
            </a:pPr>
            <a:r>
              <a:rPr lang="en-US" sz="1100" b="1">
                <a:solidFill>
                  <a:srgbClr val="000000"/>
                </a:solidFill>
                <a:latin typeface="Calibri"/>
                <a:ea typeface="Calibri"/>
                <a:cs typeface="Calibri"/>
              </a:rPr>
              <a:t>CI/CD</a:t>
            </a:r>
            <a:r>
              <a:rPr lang="en-US" sz="1100">
                <a:solidFill>
                  <a:srgbClr val="000000"/>
                </a:solidFill>
                <a:latin typeface="Calibri"/>
                <a:ea typeface="Calibri"/>
                <a:cs typeface="Calibri"/>
              </a:rPr>
              <a:t>: GitHub, Databricks Asset Bundles</a:t>
            </a:r>
          </a:p>
          <a:p>
            <a:pPr algn="just" defTabSz="1371600">
              <a:buSzPct val="100000"/>
              <a:defRPr/>
            </a:pPr>
            <a:endParaRPr lang="en-US" sz="1100" b="1">
              <a:solidFill>
                <a:srgbClr val="000000"/>
              </a:solidFill>
              <a:latin typeface="Calibri"/>
              <a:ea typeface="Calibri"/>
              <a:cs typeface="Calibri"/>
            </a:endParaRPr>
          </a:p>
          <a:p>
            <a:pPr marL="171450" indent="-171450" defTabSz="1371600">
              <a:buSzPct val="100000"/>
              <a:buFont typeface="Arial"/>
              <a:buChar char="•"/>
              <a:defRPr/>
            </a:pPr>
            <a:endParaRPr lang="en-US" sz="1200">
              <a:solidFill>
                <a:srgbClr val="000000"/>
              </a:solidFill>
              <a:ea typeface="Calibri"/>
              <a:cs typeface="Calibri"/>
            </a:endParaRPr>
          </a:p>
          <a:p>
            <a:pPr marL="171450" indent="-171450" defTabSz="1371600">
              <a:buSzPct val="100000"/>
              <a:buFont typeface="Arial"/>
              <a:buChar char="•"/>
              <a:defRPr/>
            </a:pPr>
            <a:endParaRPr lang="en-US" sz="1100">
              <a:solidFill>
                <a:srgbClr val="000000"/>
              </a:solidFill>
              <a:ea typeface="Calibri"/>
              <a:cs typeface="Calibri"/>
            </a:endParaRPr>
          </a:p>
          <a:p>
            <a:pPr defTabSz="1371600">
              <a:lnSpc>
                <a:spcPts val="1200"/>
              </a:lnSpc>
              <a:spcAft>
                <a:spcPts val="1000"/>
              </a:spcAft>
              <a:buSzPct val="100000"/>
              <a:defRPr/>
            </a:pPr>
            <a:endParaRPr lang="en-US" sz="1050">
              <a:solidFill>
                <a:srgbClr val="333333"/>
              </a:solidFill>
              <a:ea typeface="Calibri"/>
              <a:cs typeface="Calibri"/>
            </a:endParaRPr>
          </a:p>
        </p:txBody>
      </p:sp>
      <p:pic>
        <p:nvPicPr>
          <p:cNvPr id="4" name="Picture 3">
            <a:extLst>
              <a:ext uri="{FF2B5EF4-FFF2-40B4-BE49-F238E27FC236}">
                <a16:creationId xmlns:a16="http://schemas.microsoft.com/office/drawing/2014/main" id="{16E85896-48D3-3A9F-1755-1E249F410FE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5106" y="2535267"/>
            <a:ext cx="1461140" cy="1576286"/>
          </a:xfrm>
          <a:prstGeom prst="rect">
            <a:avLst/>
          </a:prstGeom>
        </p:spPr>
      </p:pic>
    </p:spTree>
    <p:extLst>
      <p:ext uri="{BB962C8B-B14F-4D97-AF65-F5344CB8AC3E}">
        <p14:creationId xmlns:p14="http://schemas.microsoft.com/office/powerpoint/2010/main" val="3328359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Vinay Samala</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r>
              <a:rPr lang="en-US" sz="1300" i="1">
                <a:solidFill>
                  <a:srgbClr val="595959"/>
                </a:solidFill>
                <a:latin typeface="Calibri"/>
                <a:ea typeface="Calibri"/>
                <a:cs typeface="Calibri"/>
              </a:rPr>
              <a:t>(</a:t>
            </a:r>
            <a:r>
              <a:rPr lang="en-US" sz="1300">
                <a:solidFill>
                  <a:srgbClr val="000000"/>
                </a:solidFill>
                <a:latin typeface="Calibri"/>
                <a:ea typeface="Calibri"/>
                <a:cs typeface="Calibri"/>
              </a:rPr>
              <a:t>offshore)</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331720" y="1234440"/>
            <a:ext cx="452628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455164" y="1606948"/>
            <a:ext cx="4361688" cy="4663440"/>
          </a:xfrm>
          <a:prstGeom prst="rect">
            <a:avLst/>
          </a:prstGeom>
          <a:noFill/>
          <a:ln/>
        </p:spPr>
        <p:txBody>
          <a:bodyPr wrap="square" lIns="0" tIns="0" rIns="0" bIns="0" rtlCol="0" anchor="t"/>
          <a:lstStyle/>
          <a:p>
            <a:endParaRPr lang="en-IN" sz="1100"/>
          </a:p>
          <a:p>
            <a:pPr fontAlgn="t">
              <a:lnSpc>
                <a:spcPct val="100000"/>
              </a:lnSpc>
              <a:buNone/>
            </a:pPr>
            <a:r>
              <a:rPr lang="en-US" sz="1100">
                <a:ea typeface="Calibri" panose="020F0502020204030204" pitchFamily="34" charset="0"/>
                <a:cs typeface="Calibri" panose="020F0502020204030204" pitchFamily="34" charset="0"/>
              </a:rPr>
              <a:t>•</a:t>
            </a:r>
            <a:r>
              <a:rPr lang="en-IN" sz="1200">
                <a:ea typeface="Calibri" panose="020F0502020204030204" pitchFamily="34" charset="0"/>
                <a:cs typeface="Calibri" panose="020F0502020204030204" pitchFamily="34" charset="0"/>
              </a:rPr>
              <a:t>Azure Data Engineer with 3+ years of experience in designing, developing, and maintaining scalable ETL/ELT data pipelines and cloud-based data solutions using Microsoft Azure technologies.</a:t>
            </a:r>
          </a:p>
          <a:p>
            <a:pPr fontAlgn="t">
              <a:lnSpc>
                <a:spcPct val="100000"/>
              </a:lnSpc>
              <a:buNone/>
            </a:pPr>
            <a:endParaRPr lang="en-IN" sz="1200">
              <a:ea typeface="Calibri" panose="020F0502020204030204" pitchFamily="34" charset="0"/>
              <a:cs typeface="Calibri" panose="020F0502020204030204" pitchFamily="34" charset="0"/>
            </a:endParaRPr>
          </a:p>
          <a:p>
            <a:pPr fontAlgn="t">
              <a:lnSpc>
                <a:spcPct val="100000"/>
              </a:lnSpc>
              <a:buNone/>
            </a:pPr>
            <a:r>
              <a:rPr lang="en-IN" sz="1200">
                <a:ea typeface="Calibri" panose="020F0502020204030204" pitchFamily="34" charset="0"/>
                <a:cs typeface="Calibri" panose="020F0502020204030204" pitchFamily="34" charset="0"/>
              </a:rPr>
              <a:t>• Strong expertise in Azure Databricks, Azure Data Factory (ADF), PySpark, and SQL for building efficient data ingestion, transformation, and processing frameworks.</a:t>
            </a:r>
          </a:p>
          <a:p>
            <a:pPr fontAlgn="t">
              <a:lnSpc>
                <a:spcPct val="100000"/>
              </a:lnSpc>
              <a:buNone/>
            </a:pPr>
            <a:endParaRPr lang="en-IN" sz="1200">
              <a:ea typeface="Calibri" panose="020F0502020204030204" pitchFamily="34" charset="0"/>
              <a:cs typeface="Calibri" panose="020F0502020204030204" pitchFamily="34" charset="0"/>
            </a:endParaRPr>
          </a:p>
          <a:p>
            <a:pPr fontAlgn="t">
              <a:lnSpc>
                <a:spcPct val="100000"/>
              </a:lnSpc>
              <a:buNone/>
            </a:pPr>
            <a:r>
              <a:rPr lang="en-IN" sz="1200">
                <a:ea typeface="Calibri" panose="020F0502020204030204" pitchFamily="34" charset="0"/>
                <a:cs typeface="Calibri" panose="020F0502020204030204" pitchFamily="34" charset="0"/>
              </a:rPr>
              <a:t>• Experienced in developing end-to-end data engineering solutions using Azure Databricks, Delta Lake, ADLS Gen2 to support enterprise analytics and reporting requirements.</a:t>
            </a:r>
          </a:p>
          <a:p>
            <a:pPr fontAlgn="t">
              <a:lnSpc>
                <a:spcPct val="100000"/>
              </a:lnSpc>
              <a:buNone/>
            </a:pPr>
            <a:endParaRPr lang="en-IN" sz="1200">
              <a:ea typeface="Calibri" panose="020F0502020204030204" pitchFamily="34" charset="0"/>
              <a:cs typeface="Calibri" panose="020F0502020204030204" pitchFamily="34" charset="0"/>
            </a:endParaRPr>
          </a:p>
          <a:p>
            <a:pPr fontAlgn="t">
              <a:lnSpc>
                <a:spcPct val="100000"/>
              </a:lnSpc>
              <a:buNone/>
            </a:pPr>
            <a:r>
              <a:rPr lang="en-IN" sz="1200">
                <a:ea typeface="Calibri" panose="020F0502020204030204" pitchFamily="34" charset="0"/>
                <a:cs typeface="Calibri" panose="020F0502020204030204" pitchFamily="34" charset="0"/>
              </a:rPr>
              <a:t>• Hands-on experience implementing Medallion Architecture (Bronze, Silver, and Gold layers) to build scalable, governed, and analytics-ready data platforms.</a:t>
            </a:r>
          </a:p>
          <a:p>
            <a:pPr fontAlgn="t">
              <a:lnSpc>
                <a:spcPct val="100000"/>
              </a:lnSpc>
              <a:buNone/>
            </a:pPr>
            <a:endParaRPr lang="en-IN" sz="1200">
              <a:ea typeface="Calibri" panose="020F0502020204030204" pitchFamily="34" charset="0"/>
              <a:cs typeface="Calibri" panose="020F0502020204030204" pitchFamily="34" charset="0"/>
            </a:endParaRPr>
          </a:p>
          <a:p>
            <a:pPr fontAlgn="t">
              <a:lnSpc>
                <a:spcPct val="100000"/>
              </a:lnSpc>
              <a:buNone/>
            </a:pPr>
            <a:r>
              <a:rPr lang="en-IN" sz="1200">
                <a:ea typeface="Calibri" panose="020F0502020204030204" pitchFamily="34" charset="0"/>
                <a:cs typeface="Calibri" panose="020F0502020204030204" pitchFamily="34" charset="0"/>
              </a:rPr>
              <a:t>• Skilled in implementing incremental data processing using CDC and watermark-based loading techniques, along with data validation, and performance optimization for reliable data delivery.</a:t>
            </a:r>
          </a:p>
          <a:p>
            <a:pPr fontAlgn="t">
              <a:lnSpc>
                <a:spcPct val="100000"/>
              </a:lnSpc>
              <a:buNone/>
            </a:pPr>
            <a:endParaRPr lang="en-IN" sz="1200">
              <a:ea typeface="Calibri" panose="020F0502020204030204" pitchFamily="34" charset="0"/>
              <a:cs typeface="Calibri" panose="020F0502020204030204" pitchFamily="34" charset="0"/>
            </a:endParaRPr>
          </a:p>
          <a:p>
            <a:pPr fontAlgn="t">
              <a:lnSpc>
                <a:spcPct val="100000"/>
              </a:lnSpc>
              <a:buNone/>
            </a:pPr>
            <a:r>
              <a:rPr lang="en-IN" sz="1200">
                <a:ea typeface="Calibri" panose="020F0502020204030204" pitchFamily="34" charset="0"/>
                <a:cs typeface="Calibri" panose="020F0502020204030204" pitchFamily="34" charset="0"/>
              </a:rPr>
              <a:t>• Proven ability to collaborate with business stakeholders and cross-functional teams to translate requirements into scalable data solutions and deliver trusted datasets for analytics, reporting and decision-making.</a:t>
            </a:r>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lnSpc>
                <a:spcPct val="100000"/>
              </a:lnSpc>
              <a:buSzPct val="100000"/>
              <a:buChar char="▪"/>
            </a:pPr>
            <a:r>
              <a:rPr lang="en-US" sz="1200"/>
              <a:t>Masters from Osmania University.</a:t>
            </a:r>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645920"/>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endParaRPr lang="en-US" sz="1400">
              <a:solidFill>
                <a:srgbClr val="000000">
                  <a:lumMod val="75000"/>
                  <a:lumOff val="25000"/>
                </a:srgbClr>
              </a:solidFill>
              <a:ea typeface="Calibri" panose="020F0502020204030204" pitchFamily="34" charset="0"/>
              <a:cs typeface="Dubai regular" panose="020B0503030403030204" pitchFamily="34" charset="-78"/>
            </a:endParaRP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46" name="Picture 45">
            <a:extLst>
              <a:ext uri="{FF2B5EF4-FFF2-40B4-BE49-F238E27FC236}">
                <a16:creationId xmlns:a16="http://schemas.microsoft.com/office/drawing/2014/main" id="{47427FF6-5B23-222C-28AE-42E7CFD7580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4563" y="2734519"/>
            <a:ext cx="1962565" cy="2523299"/>
          </a:xfrm>
          <a:prstGeom prst="rect">
            <a:avLst/>
          </a:prstGeom>
        </p:spPr>
      </p:pic>
      <p:sp>
        <p:nvSpPr>
          <p:cNvPr id="2" name="Text 13">
            <a:extLst>
              <a:ext uri="{FF2B5EF4-FFF2-40B4-BE49-F238E27FC236}">
                <a16:creationId xmlns:a16="http://schemas.microsoft.com/office/drawing/2014/main" id="{7E2C7A82-D5D9-1F20-07BD-CCC9DF7F970F}"/>
              </a:ext>
            </a:extLst>
          </p:cNvPr>
          <p:cNvSpPr txBox="1"/>
          <p:nvPr/>
        </p:nvSpPr>
        <p:spPr>
          <a:xfrm>
            <a:off x="7251192" y="1813559"/>
            <a:ext cx="4471416" cy="3206495"/>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285750" indent="-285750">
              <a:buFont typeface="Arial" panose="020B0604020202020204" pitchFamily="34" charset="0"/>
              <a:buChar char="•"/>
            </a:pPr>
            <a:r>
              <a:rPr lang="en-IN" sz="1400"/>
              <a:t>Azure Data Factory (ADF), Azure Databricks, Azure Data Lake Storage Gen2 (ADLS Gen2), Data Processing, Data Validation, Data Quality, Delta Lake, PySpark, Spark SQL, SQL Server, Azure Monitor.</a:t>
            </a: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spTree>
    <p:extLst>
      <p:ext uri="{BB962C8B-B14F-4D97-AF65-F5344CB8AC3E}">
        <p14:creationId xmlns:p14="http://schemas.microsoft.com/office/powerpoint/2010/main" val="2276486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238F9-4A1C-19F6-8E2D-57A5F59764B5}"/>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11408060-3FD4-334E-0317-465FD10E4092}"/>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6E0C3110-A307-20DA-1BF8-73E269E8B6B7}"/>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4CAA50-BC08-B041-19A6-35D38567172C}"/>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6AD6328E-C14E-3053-3079-C6712E4D5AEB}"/>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54129705-ACBB-E3DA-C90E-624B6B05E603}"/>
              </a:ext>
            </a:extLst>
          </p:cNvPr>
          <p:cNvSpPr txBox="1"/>
          <p:nvPr/>
        </p:nvSpPr>
        <p:spPr>
          <a:xfrm>
            <a:off x="-220" y="1267569"/>
            <a:ext cx="2389809" cy="939563"/>
          </a:xfrm>
          <a:prstGeom prst="rect">
            <a:avLst/>
          </a:prstGeom>
          <a:noFill/>
          <a:ln/>
        </p:spPr>
        <p:txBody>
          <a:bodyPr wrap="square" lIns="0" tIns="0" rIns="0" bIns="0" rtlCol="0" anchor="ctr"/>
          <a:lstStyle/>
          <a:p>
            <a:r>
              <a:rPr lang="en-US" b="1">
                <a:solidFill>
                  <a:srgbClr val="0253D2"/>
                </a:solidFill>
                <a:latin typeface="Calibri"/>
                <a:ea typeface="Calibri"/>
                <a:cs typeface="Calibri"/>
              </a:rPr>
              <a:t>Satish Kumar Peddireddy</a:t>
            </a:r>
          </a:p>
          <a:p>
            <a:pPr marL="0" indent="0">
              <a:buNone/>
            </a:pPr>
            <a:endParaRPr lang="en-US" sz="1800"/>
          </a:p>
        </p:txBody>
      </p:sp>
      <p:sp>
        <p:nvSpPr>
          <p:cNvPr id="15" name="Text 4">
            <a:extLst>
              <a:ext uri="{FF2B5EF4-FFF2-40B4-BE49-F238E27FC236}">
                <a16:creationId xmlns:a16="http://schemas.microsoft.com/office/drawing/2014/main" id="{5C3DCBD8-0335-BFA0-853C-6BFE67D23CB6}"/>
              </a:ext>
            </a:extLst>
          </p:cNvPr>
          <p:cNvSpPr txBox="1"/>
          <p:nvPr/>
        </p:nvSpPr>
        <p:spPr>
          <a:xfrm>
            <a:off x="28448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r>
              <a:rPr lang="en-US" sz="1300" b="1" i="1">
                <a:solidFill>
                  <a:srgbClr val="595959"/>
                </a:solidFill>
                <a:latin typeface="Calibri"/>
                <a:ea typeface="Calibri"/>
                <a:cs typeface="Calibri"/>
              </a:rPr>
              <a:t>Senior Data Engineer</a:t>
            </a:r>
            <a:endParaRPr lang="en-US" sz="1300">
              <a:latin typeface="Calibri"/>
              <a:ea typeface="Calibri"/>
              <a:cs typeface="Calibri"/>
            </a:endParaRPr>
          </a:p>
        </p:txBody>
      </p:sp>
      <p:sp>
        <p:nvSpPr>
          <p:cNvPr id="17" name="Shape 5">
            <a:extLst>
              <a:ext uri="{FF2B5EF4-FFF2-40B4-BE49-F238E27FC236}">
                <a16:creationId xmlns:a16="http://schemas.microsoft.com/office/drawing/2014/main" id="{9BF680EA-5CB8-4865-B239-354AA11EBA21}"/>
              </a:ext>
            </a:extLst>
          </p:cNvPr>
          <p:cNvSpPr/>
          <p:nvPr/>
        </p:nvSpPr>
        <p:spPr>
          <a:xfrm>
            <a:off x="2331720" y="1234439"/>
            <a:ext cx="4590288" cy="516308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56F7B963-D07B-488B-8EE2-CF33D02DDFF8}"/>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    SUMMARY</a:t>
            </a:r>
            <a:endParaRPr lang="en-US" sz="1300"/>
          </a:p>
        </p:txBody>
      </p:sp>
      <p:sp>
        <p:nvSpPr>
          <p:cNvPr id="21" name="Shape 7">
            <a:extLst>
              <a:ext uri="{FF2B5EF4-FFF2-40B4-BE49-F238E27FC236}">
                <a16:creationId xmlns:a16="http://schemas.microsoft.com/office/drawing/2014/main" id="{09C2F429-5D23-55CF-8AFC-103342AB7872}"/>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080B0CD5-190B-89A9-BF65-982BD1A838EF}"/>
              </a:ext>
            </a:extLst>
          </p:cNvPr>
          <p:cNvSpPr txBox="1"/>
          <p:nvPr/>
        </p:nvSpPr>
        <p:spPr>
          <a:xfrm>
            <a:off x="2432083" y="1824726"/>
            <a:ext cx="4328558" cy="4890942"/>
          </a:xfrm>
          <a:prstGeom prst="rect">
            <a:avLst/>
          </a:prstGeom>
          <a:noFill/>
          <a:ln/>
        </p:spPr>
        <p:txBody>
          <a:bodyPr wrap="square" lIns="0" tIns="0" rIns="0" bIns="0" rtlCol="0" anchor="t"/>
          <a:lstStyle/>
          <a:p>
            <a:r>
              <a:rPr lang="en-IN" sz="1200">
                <a:solidFill>
                  <a:srgbClr val="000000"/>
                </a:solidFill>
                <a:latin typeface="Aptos"/>
                <a:ea typeface="Calibri"/>
                <a:cs typeface="Calibri"/>
              </a:rPr>
              <a:t>Databricks Certified Data Engineer Associate</a:t>
            </a:r>
            <a:r>
              <a:rPr lang="en-US" sz="1200">
                <a:solidFill>
                  <a:srgbClr val="373737"/>
                </a:solidFill>
                <a:latin typeface="Aptos"/>
                <a:ea typeface="Calibri"/>
                <a:cs typeface="Calibri"/>
              </a:rPr>
              <a:t> </a:t>
            </a:r>
            <a:r>
              <a:rPr lang="en-US" sz="1200">
                <a:solidFill>
                  <a:srgbClr val="000000"/>
                </a:solidFill>
                <a:latin typeface="Aptos"/>
                <a:ea typeface="Calibri"/>
                <a:cs typeface="Calibri"/>
              </a:rPr>
              <a:t>  with 10 years of experience in creating and managing robust big data pipelines for seamless ETL using Azure Data Factory, Azure Databricks, Spark, SQL Server and Excel.</a:t>
            </a:r>
            <a:endParaRPr lang="en-US" sz="1200">
              <a:solidFill>
                <a:srgbClr val="373737"/>
              </a:solidFill>
              <a:latin typeface="Aptos"/>
              <a:ea typeface="Calibri"/>
              <a:cs typeface="Calibri"/>
            </a:endParaRPr>
          </a:p>
          <a:p>
            <a:r>
              <a:rPr lang="en-US" sz="1200">
                <a:solidFill>
                  <a:srgbClr val="000000"/>
                </a:solidFill>
                <a:latin typeface="Aptos"/>
                <a:ea typeface="Calibri"/>
                <a:cs typeface="Calibri"/>
              </a:rPr>
              <a:t>Designed and implemented Databricks Delta Lake solutions ensuring ACID transactions, data versioning, and time-travel capabilities for enhanced data quality</a:t>
            </a:r>
            <a:r>
              <a:rPr lang="en-US" sz="1200">
                <a:solidFill>
                  <a:srgbClr val="000000"/>
                </a:solidFill>
                <a:ea typeface="Calibri"/>
                <a:cs typeface="Calibri"/>
              </a:rPr>
              <a:t> and traceability.</a:t>
            </a:r>
            <a:endParaRPr lang="en-US" sz="1200"/>
          </a:p>
          <a:p>
            <a:r>
              <a:rPr lang="en-US" sz="1200">
                <a:solidFill>
                  <a:srgbClr val="000000"/>
                </a:solidFill>
                <a:latin typeface="Aptos"/>
                <a:ea typeface="Calibri"/>
                <a:cs typeface="Calibri"/>
              </a:rPr>
              <a:t>Led a Data Lake project to transfer Guidewire policy data from ODS to Cloudera Data Platform (CDP) </a:t>
            </a:r>
            <a:r>
              <a:rPr lang="en-US" sz="1200">
                <a:solidFill>
                  <a:srgbClr val="000000"/>
                </a:solidFill>
                <a:ea typeface="Calibri"/>
                <a:cs typeface="Calibri"/>
              </a:rPr>
              <a:t>on Azure — loaded data for 2,640 tables across </a:t>
            </a:r>
            <a:r>
              <a:rPr lang="en-US" sz="1200">
                <a:solidFill>
                  <a:srgbClr val="000000"/>
                </a:solidFill>
                <a:latin typeface="Aptos"/>
                <a:ea typeface="Calibri"/>
                <a:cs typeface="Calibri"/>
              </a:rPr>
              <a:t>sandbox, development and QA environments.</a:t>
            </a:r>
            <a:endParaRPr lang="en-US" sz="1200">
              <a:solidFill>
                <a:srgbClr val="000000"/>
              </a:solidFill>
            </a:endParaRPr>
          </a:p>
          <a:p>
            <a:r>
              <a:rPr lang="en-US" sz="1200">
                <a:solidFill>
                  <a:srgbClr val="000000"/>
                </a:solidFill>
                <a:latin typeface="Aptos"/>
                <a:ea typeface="Calibri"/>
                <a:cs typeface="Calibri"/>
              </a:rPr>
              <a:t>Skilled</a:t>
            </a:r>
            <a:r>
              <a:rPr lang="en-US" sz="1200">
                <a:solidFill>
                  <a:srgbClr val="000000"/>
                </a:solidFill>
                <a:ea typeface="Calibri"/>
                <a:cs typeface="Calibri"/>
              </a:rPr>
              <a:t> </a:t>
            </a:r>
            <a:r>
              <a:rPr lang="en-US" sz="1200">
                <a:solidFill>
                  <a:srgbClr val="000000"/>
                </a:solidFill>
                <a:latin typeface="Aptos"/>
                <a:ea typeface="Calibri"/>
                <a:cs typeface="Calibri"/>
              </a:rPr>
              <a:t>in data ingestion, quality checks and independently delivering high-quality solutions with minimal team support.</a:t>
            </a:r>
            <a:endParaRPr lang="en-US" sz="1200">
              <a:solidFill>
                <a:srgbClr val="000000"/>
              </a:solidFill>
            </a:endParaRPr>
          </a:p>
          <a:p>
            <a:r>
              <a:rPr lang="en-US" sz="1200">
                <a:solidFill>
                  <a:srgbClr val="000000"/>
                </a:solidFill>
                <a:latin typeface="Aptos"/>
                <a:ea typeface="Calibri"/>
                <a:cs typeface="Calibri"/>
              </a:rPr>
              <a:t>Integrated</a:t>
            </a:r>
            <a:r>
              <a:rPr lang="en-US" sz="1200">
                <a:solidFill>
                  <a:srgbClr val="000000"/>
                </a:solidFill>
                <a:ea typeface="Calibri"/>
                <a:cs typeface="Calibri"/>
              </a:rPr>
              <a:t> </a:t>
            </a:r>
            <a:r>
              <a:rPr lang="en-US" sz="1200">
                <a:solidFill>
                  <a:srgbClr val="000000"/>
                </a:solidFill>
                <a:latin typeface="Aptos"/>
                <a:ea typeface="Calibri"/>
                <a:cs typeface="Calibri"/>
              </a:rPr>
              <a:t>and processed data from multiple sources handling JSON, CSV and Parquet </a:t>
            </a:r>
            <a:r>
              <a:rPr lang="en-US" sz="1200">
                <a:solidFill>
                  <a:srgbClr val="000000"/>
                </a:solidFill>
                <a:ea typeface="Calibri"/>
                <a:cs typeface="Calibri"/>
              </a:rPr>
              <a:t>file </a:t>
            </a:r>
            <a:r>
              <a:rPr lang="en-US" sz="1200">
                <a:solidFill>
                  <a:srgbClr val="000000"/>
                </a:solidFill>
                <a:latin typeface="Aptos"/>
                <a:ea typeface="Calibri"/>
                <a:cs typeface="Calibri"/>
              </a:rPr>
              <a:t>formats.</a:t>
            </a:r>
            <a:endParaRPr lang="en-US" sz="1200">
              <a:solidFill>
                <a:srgbClr val="000000"/>
              </a:solidFill>
            </a:endParaRPr>
          </a:p>
          <a:p>
            <a:r>
              <a:rPr lang="en-US" sz="1200">
                <a:solidFill>
                  <a:srgbClr val="000000"/>
                </a:solidFill>
                <a:ea typeface="Calibri"/>
                <a:cs typeface="Calibri"/>
              </a:rPr>
              <a:t>Performed rigorous source-to-target </a:t>
            </a:r>
            <a:r>
              <a:rPr lang="en-US" sz="1200">
                <a:solidFill>
                  <a:srgbClr val="000000"/>
                </a:solidFill>
                <a:latin typeface="Aptos"/>
                <a:ea typeface="Calibri"/>
                <a:cs typeface="Calibri"/>
              </a:rPr>
              <a:t>validation</a:t>
            </a:r>
            <a:r>
              <a:rPr lang="en-US" sz="1200">
                <a:solidFill>
                  <a:srgbClr val="000000"/>
                </a:solidFill>
                <a:ea typeface="Calibri"/>
                <a:cs typeface="Calibri"/>
              </a:rPr>
              <a:t> </a:t>
            </a:r>
            <a:r>
              <a:rPr lang="en-US" sz="1200">
                <a:solidFill>
                  <a:srgbClr val="000000"/>
                </a:solidFill>
                <a:latin typeface="Aptos"/>
                <a:ea typeface="Calibri"/>
                <a:cs typeface="Calibri"/>
              </a:rPr>
              <a:t>and record count comparisons across ingestion and curation lifecycle.</a:t>
            </a:r>
            <a:endParaRPr lang="en-US" sz="1200">
              <a:solidFill>
                <a:srgbClr val="000000"/>
              </a:solidFill>
            </a:endParaRPr>
          </a:p>
          <a:p>
            <a:r>
              <a:rPr lang="en-US" sz="1200">
                <a:solidFill>
                  <a:srgbClr val="000000"/>
                </a:solidFill>
                <a:latin typeface="Aptos"/>
                <a:ea typeface="Calibri"/>
                <a:cs typeface="Calibri"/>
              </a:rPr>
              <a:t>Monitored</a:t>
            </a:r>
            <a:r>
              <a:rPr lang="en-US" sz="1200">
                <a:solidFill>
                  <a:srgbClr val="000000"/>
                </a:solidFill>
                <a:ea typeface="Calibri"/>
                <a:cs typeface="Calibri"/>
              </a:rPr>
              <a:t> </a:t>
            </a:r>
            <a:r>
              <a:rPr lang="en-US" sz="1200">
                <a:solidFill>
                  <a:srgbClr val="000000"/>
                </a:solidFill>
                <a:latin typeface="Aptos"/>
                <a:ea typeface="Calibri"/>
                <a:cs typeface="Calibri"/>
              </a:rPr>
              <a:t>production processes for SLA adherence, conducted root cause analysis and performed performance tuning for slow-running tasks.</a:t>
            </a:r>
            <a:endParaRPr lang="en-US" sz="1200">
              <a:solidFill>
                <a:srgbClr val="000000"/>
              </a:solidFill>
            </a:endParaRPr>
          </a:p>
          <a:p>
            <a:pPr>
              <a:buFont typeface="Arial" panose="020B0604020202020204" pitchFamily="34" charset="0"/>
              <a:buChar char="•"/>
            </a:pPr>
            <a:endParaRPr lang="en-US" sz="1200">
              <a:solidFill>
                <a:srgbClr val="373737"/>
              </a:solidFill>
              <a:ea typeface="Calibri"/>
              <a:cs typeface="Calibri"/>
            </a:endParaRPr>
          </a:p>
          <a:p>
            <a:pPr marL="171450" indent="-171450">
              <a:buFont typeface="Arial" panose="020B0604020202020204" pitchFamily="34" charset="0"/>
              <a:buChar char="•"/>
            </a:pPr>
            <a:endParaRPr lang="en-US" sz="1200"/>
          </a:p>
        </p:txBody>
      </p:sp>
      <p:sp>
        <p:nvSpPr>
          <p:cNvPr id="25" name="Shape 10">
            <a:extLst>
              <a:ext uri="{FF2B5EF4-FFF2-40B4-BE49-F238E27FC236}">
                <a16:creationId xmlns:a16="http://schemas.microsoft.com/office/drawing/2014/main" id="{8540E035-A410-4ED1-09CA-8834946C0E7D}"/>
              </a:ext>
            </a:extLst>
          </p:cNvPr>
          <p:cNvSpPr/>
          <p:nvPr/>
        </p:nvSpPr>
        <p:spPr>
          <a:xfrm>
            <a:off x="7086600" y="1234440"/>
            <a:ext cx="4800600" cy="384047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0ECAE51-A348-B555-DCD3-D3FEE5234006}"/>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EECDDEE-E6E7-F3E4-C10F-C4734C907061}"/>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E4A221DF-70ED-D503-C758-7C61843EE039}"/>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ADA623EA-9604-57C7-27B8-2A1C1B5C7FF4}"/>
              </a:ext>
            </a:extLst>
          </p:cNvPr>
          <p:cNvSpPr/>
          <p:nvPr/>
        </p:nvSpPr>
        <p:spPr>
          <a:xfrm>
            <a:off x="7086600" y="5208832"/>
            <a:ext cx="4800600" cy="119196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17EABF3E-68AB-5F91-6BDA-4F681641F700}"/>
              </a:ext>
            </a:extLst>
          </p:cNvPr>
          <p:cNvSpPr txBox="1"/>
          <p:nvPr/>
        </p:nvSpPr>
        <p:spPr>
          <a:xfrm>
            <a:off x="7251192" y="5313335"/>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810871D7-87C4-D830-382E-045EC9F8B720}"/>
              </a:ext>
            </a:extLst>
          </p:cNvPr>
          <p:cNvSpPr txBox="1"/>
          <p:nvPr/>
        </p:nvSpPr>
        <p:spPr>
          <a:xfrm>
            <a:off x="7178040" y="5551079"/>
            <a:ext cx="4617720" cy="781159"/>
          </a:xfrm>
          <a:prstGeom prst="rect">
            <a:avLst/>
          </a:prstGeom>
          <a:noFill/>
          <a:ln/>
        </p:spPr>
        <p:txBody>
          <a:bodyPr wrap="square" lIns="0" tIns="0" rIns="0" bIns="0" rtlCol="0" anchor="t"/>
          <a:lstStyle/>
          <a:p>
            <a:pPr>
              <a:buSzPct val="100000"/>
            </a:pPr>
            <a:r>
              <a:rPr lang="en-IN" sz="1100">
                <a:solidFill>
                  <a:srgbClr val="000000"/>
                </a:solidFill>
                <a:latin typeface="Aptos"/>
                <a:ea typeface="Calibri"/>
                <a:cs typeface="Calibri"/>
              </a:rPr>
              <a:t>Bachelors in Information Technology</a:t>
            </a:r>
            <a:endParaRPr lang="en-US" sz="1100">
              <a:solidFill>
                <a:srgbClr val="000000"/>
              </a:solidFill>
              <a:latin typeface="Aptos"/>
              <a:ea typeface="Calibri"/>
              <a:cs typeface="Calibri"/>
            </a:endParaRPr>
          </a:p>
          <a:p>
            <a:pPr>
              <a:buSzPct val="100000"/>
            </a:pPr>
            <a:r>
              <a:rPr lang="en-IN" sz="1100">
                <a:solidFill>
                  <a:srgbClr val="000000"/>
                </a:solidFill>
                <a:latin typeface="Aptos"/>
                <a:ea typeface="Calibri"/>
                <a:cs typeface="Calibri"/>
              </a:rPr>
              <a:t>Databricks Certified Data Engineer Associate - June 2025</a:t>
            </a:r>
            <a:endParaRPr lang="en-US" sz="1100"/>
          </a:p>
          <a:p>
            <a:pPr marL="171450" indent="-171450">
              <a:buSzPct val="100000"/>
              <a:buFont typeface="Arial" panose="020B0604020202020204" pitchFamily="34" charset="0"/>
              <a:buChar char="•"/>
            </a:pPr>
            <a:endParaRPr lang="en-IN" sz="1100">
              <a:solidFill>
                <a:srgbClr val="373737"/>
              </a:solidFill>
              <a:ea typeface="Calibri"/>
              <a:cs typeface="Calibri"/>
            </a:endParaRPr>
          </a:p>
        </p:txBody>
      </p:sp>
      <p:sp>
        <p:nvSpPr>
          <p:cNvPr id="39" name="Shape 17">
            <a:extLst>
              <a:ext uri="{FF2B5EF4-FFF2-40B4-BE49-F238E27FC236}">
                <a16:creationId xmlns:a16="http://schemas.microsoft.com/office/drawing/2014/main" id="{69965730-0A6C-45F8-51EF-C69EA554B9B3}"/>
              </a:ext>
            </a:extLst>
          </p:cNvPr>
          <p:cNvSpPr/>
          <p:nvPr/>
        </p:nvSpPr>
        <p:spPr>
          <a:xfrm>
            <a:off x="121478"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1E423B8A-EE25-A0F5-1802-D414B308793F}"/>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B5D2C3D7-B378-E319-7298-5146EB927AE2}"/>
              </a:ext>
            </a:extLst>
          </p:cNvPr>
          <p:cNvSpPr txBox="1"/>
          <p:nvPr/>
        </p:nvSpPr>
        <p:spPr>
          <a:xfrm>
            <a:off x="7251192" y="1768712"/>
            <a:ext cx="4471416" cy="319096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defTabSz="1371600">
              <a:defRPr/>
            </a:pPr>
            <a:r>
              <a:rPr lang="en-IN" sz="1400">
                <a:solidFill>
                  <a:srgbClr val="000000"/>
                </a:solidFill>
                <a:ea typeface="Calibri"/>
                <a:cs typeface="Calibri"/>
              </a:rPr>
              <a:t>Cloud: Azure Data Factory (ADF), Azure Databricks, ADLS Gen2, Delta Lake, Azure Storage</a:t>
            </a:r>
            <a:endParaRPr lang="en-IN" sz="1400"/>
          </a:p>
          <a:p>
            <a:r>
              <a:rPr lang="en-IN" sz="1400">
                <a:solidFill>
                  <a:srgbClr val="000000"/>
                </a:solidFill>
                <a:ea typeface="Calibri"/>
                <a:cs typeface="Calibri"/>
              </a:rPr>
              <a:t>Big Data: Hadoop, Hive HQL, </a:t>
            </a:r>
            <a:r>
              <a:rPr lang="en-IN" sz="1400" err="1">
                <a:solidFill>
                  <a:srgbClr val="000000"/>
                </a:solidFill>
                <a:ea typeface="Calibri"/>
                <a:cs typeface="Calibri"/>
              </a:rPr>
              <a:t>PySpark</a:t>
            </a:r>
            <a:r>
              <a:rPr lang="en-IN" sz="1400">
                <a:solidFill>
                  <a:srgbClr val="000000"/>
                </a:solidFill>
                <a:ea typeface="Calibri"/>
                <a:cs typeface="Calibri"/>
              </a:rPr>
              <a:t>, Spark SQL, YARN</a:t>
            </a:r>
            <a:endParaRPr lang="en-IN" sz="1400">
              <a:ea typeface="Calibri"/>
              <a:cs typeface="Calibri"/>
            </a:endParaRPr>
          </a:p>
          <a:p>
            <a:r>
              <a:rPr lang="en-IN" sz="1400">
                <a:solidFill>
                  <a:srgbClr val="000000"/>
                </a:solidFill>
                <a:ea typeface="Calibri"/>
                <a:cs typeface="Calibri"/>
              </a:rPr>
              <a:t>Programming: Python, SQL, Shell Scripting</a:t>
            </a:r>
            <a:endParaRPr lang="en-IN" sz="1400"/>
          </a:p>
          <a:p>
            <a:r>
              <a:rPr lang="en-IN" sz="1400">
                <a:solidFill>
                  <a:srgbClr val="000000"/>
                </a:solidFill>
                <a:ea typeface="Calibri"/>
                <a:cs typeface="Calibri"/>
              </a:rPr>
              <a:t>Databases: MySQL, DB2, Oracle</a:t>
            </a:r>
            <a:endParaRPr lang="en-IN" sz="1400"/>
          </a:p>
          <a:p>
            <a:r>
              <a:rPr lang="en-IN" sz="1400">
                <a:solidFill>
                  <a:srgbClr val="000000"/>
                </a:solidFill>
                <a:ea typeface="Calibri"/>
                <a:cs typeface="Calibri"/>
              </a:rPr>
              <a:t>Tools: Control-M, Ab Initio, CA7, Zena</a:t>
            </a:r>
            <a:endParaRPr lang="en-IN" sz="1400"/>
          </a:p>
          <a:p>
            <a:r>
              <a:rPr lang="en-IN" sz="1400">
                <a:solidFill>
                  <a:srgbClr val="000000"/>
                </a:solidFill>
                <a:ea typeface="Calibri"/>
                <a:cs typeface="Calibri"/>
              </a:rPr>
              <a:t>Domain: P&amp;C Insurance (Commercial, Auto, Home, Workers Compensation)</a:t>
            </a:r>
            <a:endParaRPr lang="en-IN" sz="1400"/>
          </a:p>
          <a:p>
            <a:endParaRPr lang="en-IN" sz="1400">
              <a:solidFill>
                <a:srgbClr val="000000"/>
              </a:solidFill>
              <a:ea typeface="Calibri"/>
              <a:cs typeface="Calibri"/>
            </a:endParaRPr>
          </a:p>
          <a:p>
            <a:pPr marL="171450" indent="-171450">
              <a:buFont typeface="Arial" panose="020B0604020202020204" pitchFamily="34" charset="0"/>
              <a:buChar char="•"/>
            </a:pPr>
            <a:endParaRPr lang="en-IN" sz="1400">
              <a:solidFill>
                <a:srgbClr val="000000"/>
              </a:solidFill>
              <a:ea typeface="Calibri"/>
              <a:cs typeface="Calibri"/>
            </a:endParaRPr>
          </a:p>
          <a:p>
            <a:pPr>
              <a:lnSpc>
                <a:spcPts val="1200"/>
              </a:lnSpc>
              <a:spcAft>
                <a:spcPts val="1000"/>
              </a:spcAft>
              <a:buSzPct val="100000"/>
            </a:pPr>
            <a:endParaRPr lang="en-US" sz="1050">
              <a:solidFill>
                <a:srgbClr val="333333"/>
              </a:solidFill>
              <a:ea typeface="Calibri"/>
              <a:cs typeface="Calibri"/>
            </a:endParaRPr>
          </a:p>
        </p:txBody>
      </p:sp>
      <p:pic>
        <p:nvPicPr>
          <p:cNvPr id="2" name="Picture 1">
            <a:extLst>
              <a:ext uri="{FF2B5EF4-FFF2-40B4-BE49-F238E27FC236}">
                <a16:creationId xmlns:a16="http://schemas.microsoft.com/office/drawing/2014/main" id="{F41DDCFC-8020-FAEA-9B7D-91FBCB7C8797}"/>
              </a:ext>
            </a:extLst>
          </p:cNvPr>
          <p:cNvPicPr>
            <a:picLocks noChangeAspect="1"/>
          </p:cNvPicPr>
          <p:nvPr/>
        </p:nvPicPr>
        <p:blipFill>
          <a:blip r:embed="rId3"/>
          <a:stretch>
            <a:fillRect/>
          </a:stretch>
        </p:blipFill>
        <p:spPr>
          <a:xfrm>
            <a:off x="118027" y="2358887"/>
            <a:ext cx="2072035" cy="2206488"/>
          </a:xfrm>
          <a:prstGeom prst="rect">
            <a:avLst/>
          </a:prstGeom>
        </p:spPr>
      </p:pic>
    </p:spTree>
    <p:extLst>
      <p:ext uri="{BB962C8B-B14F-4D97-AF65-F5344CB8AC3E}">
        <p14:creationId xmlns:p14="http://schemas.microsoft.com/office/powerpoint/2010/main" val="3554790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a:solidFill>
                  <a:srgbClr val="0253D2"/>
                </a:solidFill>
                <a:latin typeface="Calibri" pitchFamily="34" charset="0"/>
                <a:ea typeface="Calibri" pitchFamily="34" charset="-122"/>
                <a:cs typeface="Calibri" pitchFamily="34" charset="-120"/>
              </a:rPr>
              <a:t>Mahendra Gali</a:t>
            </a:r>
          </a:p>
          <a:p>
            <a:pPr marL="0" indent="0">
              <a:buNone/>
            </a:pPr>
            <a:endParaRPr lang="en-US" sz="180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endParaRPr lang="en-US" sz="1300"/>
          </a:p>
        </p:txBody>
      </p:sp>
      <p:sp>
        <p:nvSpPr>
          <p:cNvPr id="17" name="Shape 5">
            <a:extLst>
              <a:ext uri="{FF2B5EF4-FFF2-40B4-BE49-F238E27FC236}">
                <a16:creationId xmlns:a16="http://schemas.microsoft.com/office/drawing/2014/main" id="{37B62438-D8D0-4095-DB6A-1308E0809291}"/>
              </a:ext>
            </a:extLst>
          </p:cNvPr>
          <p:cNvSpPr/>
          <p:nvPr/>
        </p:nvSpPr>
        <p:spPr>
          <a:xfrm>
            <a:off x="2176272" y="1234440"/>
            <a:ext cx="480060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331720" y="1645920"/>
            <a:ext cx="4425696" cy="4304446"/>
          </a:xfrm>
          <a:prstGeom prst="rect">
            <a:avLst/>
          </a:prstGeom>
          <a:noFill/>
          <a:ln/>
        </p:spPr>
        <p:txBody>
          <a:bodyPr wrap="square" lIns="0" tIns="0" rIns="0" bIns="0" rtlCol="0" anchor="t"/>
          <a:lstStyle/>
          <a:p>
            <a:endParaRPr lang="en-IN" sz="1050"/>
          </a:p>
          <a:p>
            <a:r>
              <a:rPr lang="en-US" sz="1100"/>
              <a:t>• Azure Data Engineer with 4+ years in designing and developing ETL/ELT and data-processing solutions using Databricks and ADF.</a:t>
            </a:r>
          </a:p>
          <a:p>
            <a:r>
              <a:rPr lang="en-US" sz="1100"/>
              <a:t>• Experienced in building Bronze/Silver/Gold Medallion Architecture, Full and incremental data pipelines.</a:t>
            </a:r>
          </a:p>
          <a:p>
            <a:r>
              <a:rPr lang="en-US" sz="1100"/>
              <a:t>• Experienced in implementing Unity Catalog, Azure Key Vault for governance and data </a:t>
            </a:r>
            <a:r>
              <a:rPr lang="en-US" sz="1100" err="1"/>
              <a:t>lenage</a:t>
            </a:r>
            <a:r>
              <a:rPr lang="en-US" sz="1100"/>
              <a:t>.</a:t>
            </a:r>
          </a:p>
          <a:p>
            <a:r>
              <a:rPr lang="en-US" sz="1100"/>
              <a:t>• Proven experience in working with structured and semi-structured data, optimizing Spark jobs, and delivering high-performance data solutions for insurance and retails domain</a:t>
            </a:r>
          </a:p>
          <a:p>
            <a:r>
              <a:rPr lang="en-US" sz="1100"/>
              <a:t>• Implemented data quality checks and incremental load strategies to support accurate data.</a:t>
            </a:r>
          </a:p>
          <a:p>
            <a:r>
              <a:rPr lang="en-US" sz="1100"/>
              <a:t>•Developed scalable Azure Databricks pipelines for Retail and Insurance data ingestion, transformation, and validation across Sales, provider, and claims-related datasets.</a:t>
            </a:r>
          </a:p>
          <a:p>
            <a:r>
              <a:rPr lang="en-US" sz="1100"/>
              <a:t>• Designed ETL workflows to standardize source data, apply business rules, and load trusted datasets into Delta Lake for analytics and operational reporting.</a:t>
            </a:r>
          </a:p>
          <a:p>
            <a:r>
              <a:rPr lang="en-US" sz="1100"/>
              <a:t>• Strong communication, troubleshooting, Problem Solving &amp; Interpersonal skills, team-working attitude and self-motivation. </a:t>
            </a:r>
          </a:p>
        </p:txBody>
      </p:sp>
      <p:sp>
        <p:nvSpPr>
          <p:cNvPr id="25" name="Shape 10">
            <a:extLst>
              <a:ext uri="{FF2B5EF4-FFF2-40B4-BE49-F238E27FC236}">
                <a16:creationId xmlns:a16="http://schemas.microsoft.com/office/drawing/2014/main" id="{101639F8-74CD-3F0A-F6FD-E1226F0B2A7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lnSpc>
                <a:spcPct val="100000"/>
              </a:lnSpc>
              <a:buSzPct val="100000"/>
              <a:buChar char="▪"/>
            </a:pPr>
            <a:r>
              <a:rPr lang="en-US" sz="1200"/>
              <a:t>B.E in  Electronics and Communication Engineering </a:t>
            </a:r>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panose="020F0502020204030204" pitchFamily="34" charset="0"/>
                <a:cs typeface="Dubai bold" panose="020B0803030403030204" pitchFamily="34" charset="-78"/>
              </a:rPr>
              <a:t>Azure Databricks, ADF, </a:t>
            </a:r>
            <a:r>
              <a:rPr lang="en-US" sz="1400" err="1">
                <a:solidFill>
                  <a:srgbClr val="000000">
                    <a:lumMod val="75000"/>
                    <a:lumOff val="25000"/>
                  </a:srgbClr>
                </a:solidFill>
                <a:ea typeface="Calibri" panose="020F0502020204030204" pitchFamily="34" charset="0"/>
                <a:cs typeface="Dubai bold" panose="020B0803030403030204" pitchFamily="34" charset="-78"/>
              </a:rPr>
              <a:t>PySpark</a:t>
            </a:r>
            <a:r>
              <a:rPr lang="en-US" sz="1400">
                <a:solidFill>
                  <a:srgbClr val="000000">
                    <a:lumMod val="75000"/>
                    <a:lumOff val="25000"/>
                  </a:srgbClr>
                </a:solidFill>
                <a:ea typeface="Calibri" panose="020F0502020204030204" pitchFamily="34" charset="0"/>
                <a:cs typeface="Dubai bold" panose="020B0803030403030204" pitchFamily="34" charset="-78"/>
              </a:rPr>
              <a:t>, SQL, SQL Server, Delta Lake, ADLS Gen2, Azure SQL, ETL, data validation, Unity Catalog, </a:t>
            </a:r>
            <a:endParaRPr lang="en-US" sz="1400">
              <a:solidFill>
                <a:srgbClr val="000000">
                  <a:lumMod val="75000"/>
                  <a:lumOff val="25000"/>
                </a:srgbClr>
              </a:solidFill>
              <a:ea typeface="Calibri" panose="020F0502020204030204" pitchFamily="34" charset="0"/>
              <a:cs typeface="Dubai regular" panose="020B0503030403030204" pitchFamily="34" charset="-78"/>
            </a:endParaRP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3" name="Picture 2">
            <a:extLst>
              <a:ext uri="{FF2B5EF4-FFF2-40B4-BE49-F238E27FC236}">
                <a16:creationId xmlns:a16="http://schemas.microsoft.com/office/drawing/2014/main" id="{DBD3EB47-E197-2F82-E675-C4BDC4547D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112" y="2613897"/>
            <a:ext cx="1909373" cy="2003842"/>
          </a:xfrm>
          <a:prstGeom prst="rect">
            <a:avLst/>
          </a:prstGeom>
        </p:spPr>
      </p:pic>
    </p:spTree>
    <p:extLst>
      <p:ext uri="{BB962C8B-B14F-4D97-AF65-F5344CB8AC3E}">
        <p14:creationId xmlns:p14="http://schemas.microsoft.com/office/powerpoint/2010/main" val="506891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E0989-A9C5-137B-5B86-8B8F86463532}"/>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1DDC8F68-D89F-A139-F932-B27CD18383BD}"/>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12FEFE73-9332-5501-2209-2ADFA24E7E49}"/>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4535D9F5-64E4-2127-CACF-7580396F1379}"/>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1626C950-7C46-6E75-5D97-D7C06B5F267E}"/>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8B306FB-0C2E-412B-CD9E-801136A00F75}"/>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Padala Naga Sri Sai </a:t>
            </a:r>
            <a:endParaRPr lang="en-US" b="1">
              <a:solidFill>
                <a:srgbClr val="0253D2"/>
              </a:solidFill>
              <a:latin typeface="Calibri" pitchFamily="34" charset="0"/>
              <a:ea typeface="Calibri" pitchFamily="34" charset="-122"/>
              <a:cs typeface="Calibri" pitchFamily="34" charset="-120"/>
            </a:endParaRPr>
          </a:p>
          <a:p>
            <a:r>
              <a:rPr lang="en-US" b="1">
                <a:solidFill>
                  <a:srgbClr val="0253D2"/>
                </a:solidFill>
                <a:latin typeface="Calibri"/>
                <a:ea typeface="Calibri"/>
                <a:cs typeface="Calibri"/>
              </a:rPr>
              <a:t>Prasad Reddy</a:t>
            </a:r>
            <a:endParaRPr lang="en-US" sz="1800" b="1">
              <a:solidFill>
                <a:srgbClr val="0253D2"/>
              </a:solidFill>
              <a:latin typeface="Calibri"/>
              <a:ea typeface="Calibri"/>
              <a:cs typeface="Calibri"/>
            </a:endParaRPr>
          </a:p>
          <a:p>
            <a:endParaRPr lang="en-US"/>
          </a:p>
        </p:txBody>
      </p:sp>
      <p:sp>
        <p:nvSpPr>
          <p:cNvPr id="15" name="Text 4">
            <a:extLst>
              <a:ext uri="{FF2B5EF4-FFF2-40B4-BE49-F238E27FC236}">
                <a16:creationId xmlns:a16="http://schemas.microsoft.com/office/drawing/2014/main" id="{C44929D2-C6F6-42F1-AD2A-4F51B46A0E09}"/>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endParaRPr lang="en-US" sz="1300"/>
          </a:p>
        </p:txBody>
      </p:sp>
      <p:sp>
        <p:nvSpPr>
          <p:cNvPr id="17" name="Shape 5">
            <a:extLst>
              <a:ext uri="{FF2B5EF4-FFF2-40B4-BE49-F238E27FC236}">
                <a16:creationId xmlns:a16="http://schemas.microsoft.com/office/drawing/2014/main" id="{A19861E2-A032-9364-3577-3343D69D821F}"/>
              </a:ext>
            </a:extLst>
          </p:cNvPr>
          <p:cNvSpPr/>
          <p:nvPr/>
        </p:nvSpPr>
        <p:spPr>
          <a:xfrm>
            <a:off x="2176272" y="1234440"/>
            <a:ext cx="480060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762BEA4F-9442-B04F-D72D-520B06A8E8F0}"/>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FD09BE05-93F7-D1DF-E9C4-7F86F7AABBAE}"/>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DB9965C8-1783-3FA7-146F-EC2C8030F1EA}"/>
              </a:ext>
            </a:extLst>
          </p:cNvPr>
          <p:cNvSpPr txBox="1"/>
          <p:nvPr/>
        </p:nvSpPr>
        <p:spPr>
          <a:xfrm>
            <a:off x="2331720" y="1645920"/>
            <a:ext cx="4425696" cy="4304446"/>
          </a:xfrm>
          <a:prstGeom prst="rect">
            <a:avLst/>
          </a:prstGeom>
          <a:noFill/>
          <a:ln/>
        </p:spPr>
        <p:txBody>
          <a:bodyPr wrap="square" lIns="0" tIns="0" rIns="0" bIns="0" rtlCol="0" anchor="t"/>
          <a:lstStyle/>
          <a:p>
            <a:r>
              <a:rPr lang="en-US" sz="1100"/>
              <a:t>• Data Engineer with 3+ years of experience as a Data Engineer with hands-on work in Azure Databricks, ADF, </a:t>
            </a:r>
            <a:r>
              <a:rPr lang="en-US" sz="1100" err="1"/>
              <a:t>PySpark</a:t>
            </a:r>
            <a:r>
              <a:rPr lang="en-US" sz="1100"/>
              <a:t>, Spark SQL and Delta Lake.</a:t>
            </a:r>
          </a:p>
          <a:p>
            <a:r>
              <a:rPr lang="en-US" sz="1100"/>
              <a:t>• Experienced in building ETL/ELT pipelines using Medallion architecture, incremental loads and data validation frameworks.</a:t>
            </a:r>
          </a:p>
          <a:p>
            <a:r>
              <a:rPr lang="en-US" sz="1100"/>
              <a:t>• Improved processing efficiency by ~40% and data consistency by ~30%; supported validation of 500+ datasets monthly.</a:t>
            </a:r>
          </a:p>
          <a:p>
            <a:r>
              <a:rPr lang="en-US" sz="1100"/>
              <a:t>• Skilled in data reconciliation, data quality checks and root-cause analysis across JSON, CSV and Parquet sources.</a:t>
            </a:r>
          </a:p>
          <a:p>
            <a:r>
              <a:rPr lang="en-US" sz="1100"/>
              <a:t>•Experienced in UAT, defect analysis and production support, collaborating with business, QA and technical teams in Agile/Scrum.</a:t>
            </a:r>
          </a:p>
          <a:p>
            <a:r>
              <a:rPr lang="en-US" sz="1100"/>
              <a:t>• Orchestrated Databricks jobs through ADF and Databricks Workflows, reducing manual processing effort.</a:t>
            </a:r>
          </a:p>
          <a:p>
            <a:r>
              <a:rPr lang="en-US" sz="1100"/>
              <a:t>• Performed root-cause analysis of pipeline failures and supported UAT and deployments.</a:t>
            </a:r>
          </a:p>
          <a:p>
            <a:r>
              <a:rPr lang="en-US" sz="1100"/>
              <a:t>• Built Spark SQL exception reports highlighting mismatched, missing and late-arriving records for business and QA teams.</a:t>
            </a:r>
          </a:p>
          <a:p>
            <a:r>
              <a:rPr lang="en-US" sz="1100"/>
              <a:t>• Performed root-cause analysis of pipeline failures and supported UAT and deployments.</a:t>
            </a:r>
          </a:p>
          <a:p>
            <a:endParaRPr lang="en-US" sz="1100"/>
          </a:p>
        </p:txBody>
      </p:sp>
      <p:sp>
        <p:nvSpPr>
          <p:cNvPr id="25" name="Shape 10">
            <a:extLst>
              <a:ext uri="{FF2B5EF4-FFF2-40B4-BE49-F238E27FC236}">
                <a16:creationId xmlns:a16="http://schemas.microsoft.com/office/drawing/2014/main" id="{1FD42A45-CBBA-8233-97F1-D3E2BAEAE164}"/>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8E1143DF-4ACC-BC91-5570-333331011314}"/>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598C2681-F16E-1575-5439-134030241503}"/>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0F1401D0-878E-0B92-AE1B-6BF480C2B397}"/>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5EBCB046-1C90-8AA6-B66C-554259F502C4}"/>
              </a:ext>
            </a:extLst>
          </p:cNvPr>
          <p:cNvSpPr/>
          <p:nvPr/>
        </p:nvSpPr>
        <p:spPr>
          <a:xfrm>
            <a:off x="7054403" y="5446261"/>
            <a:ext cx="4800600" cy="868680"/>
          </a:xfrm>
          <a:prstGeom prst="rect">
            <a:avLst/>
          </a:prstGeom>
          <a:solidFill>
            <a:srgbClr val="FFFFFF"/>
          </a:solidFill>
          <a:ln w="12700">
            <a:solidFill>
              <a:srgbClr val="4472C4"/>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AF7D0270-B408-01B6-BCC5-9CADD652B0F1}"/>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9" name="Shape 17">
            <a:extLst>
              <a:ext uri="{FF2B5EF4-FFF2-40B4-BE49-F238E27FC236}">
                <a16:creationId xmlns:a16="http://schemas.microsoft.com/office/drawing/2014/main" id="{975DFEB1-725F-F8E5-3011-6498EC053E69}"/>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9265C4BD-C3FB-C971-26B7-1CDF066B6E2B}"/>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CE3983CD-81DE-3446-B70B-EABE54ECBA18}"/>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panose="020F0502020204030204" pitchFamily="34" charset="0"/>
                <a:cs typeface="Dubai bold" panose="020B0803030403030204" pitchFamily="34" charset="-78"/>
              </a:rPr>
              <a:t>Azure Databricks, ADF, </a:t>
            </a:r>
            <a:r>
              <a:rPr lang="en-US" sz="1400" err="1">
                <a:solidFill>
                  <a:srgbClr val="000000">
                    <a:lumMod val="75000"/>
                    <a:lumOff val="25000"/>
                  </a:srgbClr>
                </a:solidFill>
                <a:ea typeface="Calibri" panose="020F0502020204030204" pitchFamily="34" charset="0"/>
                <a:cs typeface="Dubai bold" panose="020B0803030403030204" pitchFamily="34" charset="-78"/>
              </a:rPr>
              <a:t>PySpark</a:t>
            </a:r>
            <a:r>
              <a:rPr lang="en-US" sz="1400">
                <a:solidFill>
                  <a:srgbClr val="000000">
                    <a:lumMod val="75000"/>
                    <a:lumOff val="25000"/>
                  </a:srgbClr>
                </a:solidFill>
                <a:ea typeface="Calibri" panose="020F0502020204030204" pitchFamily="34" charset="0"/>
                <a:cs typeface="Dubai bold" panose="020B0803030403030204" pitchFamily="34" charset="-78"/>
              </a:rPr>
              <a:t>, SQL, SQL Server, Delta Lake, ADLS Gen2, Azure SQL, ETL, data validation, Unity Catalog, </a:t>
            </a:r>
            <a:endParaRPr lang="en-US" sz="1400">
              <a:solidFill>
                <a:srgbClr val="000000">
                  <a:lumMod val="75000"/>
                  <a:lumOff val="25000"/>
                </a:srgbClr>
              </a:solidFill>
              <a:ea typeface="Calibri" panose="020F0502020204030204" pitchFamily="34" charset="0"/>
              <a:cs typeface="Dubai regular" panose="020B0503030403030204" pitchFamily="34" charset="-78"/>
            </a:endParaRPr>
          </a:p>
          <a:p>
            <a:pPr>
              <a:buSzPct val="100000"/>
              <a:buFont typeface="Arial"/>
              <a:buChar char="•"/>
            </a:pPr>
            <a:endParaRPr lang="en-US" sz="1050">
              <a:ea typeface="+mn-lt"/>
              <a:cs typeface="+mn-lt"/>
            </a:endParaRPr>
          </a:p>
          <a:p>
            <a:pPr>
              <a:lnSpc>
                <a:spcPts val="1200"/>
              </a:lnSpc>
              <a:spcAft>
                <a:spcPts val="1000"/>
              </a:spcAft>
              <a:buSzPct val="100000"/>
            </a:pPr>
            <a:endParaRPr lang="en-US" sz="1050">
              <a:solidFill>
                <a:srgbClr val="333333"/>
              </a:solidFill>
              <a:ea typeface="Calibri"/>
              <a:cs typeface="Calibri"/>
            </a:endParaRPr>
          </a:p>
        </p:txBody>
      </p:sp>
      <p:pic>
        <p:nvPicPr>
          <p:cNvPr id="2" name="Picture 1">
            <a:extLst>
              <a:ext uri="{FF2B5EF4-FFF2-40B4-BE49-F238E27FC236}">
                <a16:creationId xmlns:a16="http://schemas.microsoft.com/office/drawing/2014/main" id="{1CADB8FD-825A-E620-821D-B3A453407F80}"/>
              </a:ext>
            </a:extLst>
          </p:cNvPr>
          <p:cNvPicPr>
            <a:picLocks noChangeAspect="1"/>
          </p:cNvPicPr>
          <p:nvPr/>
        </p:nvPicPr>
        <p:blipFill>
          <a:blip r:embed="rId3"/>
          <a:stretch>
            <a:fillRect/>
          </a:stretch>
        </p:blipFill>
        <p:spPr>
          <a:xfrm>
            <a:off x="295410" y="2371859"/>
            <a:ext cx="1695181" cy="2082085"/>
          </a:xfrm>
          <a:prstGeom prst="rect">
            <a:avLst/>
          </a:prstGeom>
        </p:spPr>
      </p:pic>
      <p:sp>
        <p:nvSpPr>
          <p:cNvPr id="4" name="TextBox 3">
            <a:extLst>
              <a:ext uri="{FF2B5EF4-FFF2-40B4-BE49-F238E27FC236}">
                <a16:creationId xmlns:a16="http://schemas.microsoft.com/office/drawing/2014/main" id="{FE02B177-DE76-1DBA-48CE-2781B31BCEE7}"/>
              </a:ext>
            </a:extLst>
          </p:cNvPr>
          <p:cNvSpPr txBox="1"/>
          <p:nvPr/>
        </p:nvSpPr>
        <p:spPr>
          <a:xfrm>
            <a:off x="7256316" y="5883317"/>
            <a:ext cx="347093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7800" indent="-177800">
              <a:buSzPct val="100000"/>
              <a:buChar char="▪"/>
            </a:pPr>
            <a:r>
              <a:rPr lang="en-US" sz="1200" err="1"/>
              <a:t>B.Tech</a:t>
            </a:r>
            <a:r>
              <a:rPr lang="en-US" sz="1200"/>
              <a:t> in computer science</a:t>
            </a:r>
          </a:p>
        </p:txBody>
      </p:sp>
    </p:spTree>
    <p:extLst>
      <p:ext uri="{BB962C8B-B14F-4D97-AF65-F5344CB8AC3E}">
        <p14:creationId xmlns:p14="http://schemas.microsoft.com/office/powerpoint/2010/main" val="3370498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5FF80-F88F-F8EE-41BE-13709B530983}"/>
            </a:ext>
          </a:extLst>
        </p:cNvPr>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0B7AEBAD-7563-60E4-45CC-DE209F7BC87D}"/>
              </a:ext>
            </a:extLst>
          </p:cNvPr>
          <p:cNvPicPr>
            <a:picLocks noChangeAspect="1"/>
          </p:cNvPicPr>
          <p:nvPr/>
        </p:nvPicPr>
        <p:blipFill>
          <a:blip r:embed="rId2"/>
          <a:stretch>
            <a:fillRect/>
          </a:stretch>
        </p:blipFill>
        <p:spPr>
          <a:xfrm>
            <a:off x="320040" y="228600"/>
            <a:ext cx="1371600" cy="685800"/>
          </a:xfrm>
          <a:prstGeom prst="rect">
            <a:avLst/>
          </a:prstGeom>
        </p:spPr>
      </p:pic>
      <p:sp>
        <p:nvSpPr>
          <p:cNvPr id="7" name="Shape 0">
            <a:extLst>
              <a:ext uri="{FF2B5EF4-FFF2-40B4-BE49-F238E27FC236}">
                <a16:creationId xmlns:a16="http://schemas.microsoft.com/office/drawing/2014/main" id="{3E52E37C-0373-83F5-F142-12A4F356AE13}"/>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236AE7B-EBAD-69B5-DF0B-205749F340C9}"/>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6CB03934-7615-A043-2391-F9FB6D213954}"/>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51E99714-4C21-1E40-D24D-403317293CAF}"/>
              </a:ext>
            </a:extLst>
          </p:cNvPr>
          <p:cNvSpPr txBox="1"/>
          <p:nvPr/>
        </p:nvSpPr>
        <p:spPr>
          <a:xfrm>
            <a:off x="320040" y="1234439"/>
            <a:ext cx="2743200" cy="1005823"/>
          </a:xfrm>
          <a:prstGeom prst="rect">
            <a:avLst/>
          </a:prstGeom>
          <a:noFill/>
          <a:ln/>
        </p:spPr>
        <p:txBody>
          <a:bodyPr wrap="square" lIns="0" tIns="0" rIns="0" bIns="0" rtlCol="0" anchor="ctr"/>
          <a:lstStyle/>
          <a:p>
            <a:r>
              <a:rPr lang="en-US" b="1">
                <a:solidFill>
                  <a:srgbClr val="0253D2"/>
                </a:solidFill>
                <a:latin typeface="Calibri"/>
                <a:ea typeface="Calibri"/>
                <a:cs typeface="Calibri"/>
              </a:rPr>
              <a:t>Abhiram </a:t>
            </a:r>
            <a:r>
              <a:rPr lang="en-US" b="1" err="1">
                <a:solidFill>
                  <a:srgbClr val="0253D2"/>
                </a:solidFill>
                <a:latin typeface="Calibri"/>
                <a:ea typeface="Calibri"/>
                <a:cs typeface="Calibri"/>
              </a:rPr>
              <a:t>Pedamallu</a:t>
            </a:r>
          </a:p>
          <a:p>
            <a:pPr marL="0" indent="0">
              <a:buNone/>
            </a:pPr>
            <a:endParaRPr lang="en-US" sz="1800"/>
          </a:p>
        </p:txBody>
      </p:sp>
      <p:sp>
        <p:nvSpPr>
          <p:cNvPr id="15" name="Text 4">
            <a:extLst>
              <a:ext uri="{FF2B5EF4-FFF2-40B4-BE49-F238E27FC236}">
                <a16:creationId xmlns:a16="http://schemas.microsoft.com/office/drawing/2014/main" id="{9AB1BE56-47E8-5B8D-020E-7097C61C9B8F}"/>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a:solidFill>
                  <a:srgbClr val="595959"/>
                </a:solidFill>
                <a:latin typeface="Calibri"/>
                <a:ea typeface="Calibri"/>
                <a:cs typeface="Calibri"/>
              </a:rPr>
              <a:t>Databricks</a:t>
            </a:r>
          </a:p>
          <a:p>
            <a:pPr marL="0" indent="0">
              <a:buNone/>
            </a:pPr>
            <a:r>
              <a:rPr lang="en-US" sz="1300" b="1" i="1">
                <a:solidFill>
                  <a:srgbClr val="595959"/>
                </a:solidFill>
                <a:latin typeface="Calibri"/>
                <a:ea typeface="Calibri"/>
                <a:cs typeface="Calibri"/>
              </a:rPr>
              <a:t>Data Engineer</a:t>
            </a:r>
            <a:endParaRPr lang="en-US" sz="1300"/>
          </a:p>
        </p:txBody>
      </p:sp>
      <p:sp>
        <p:nvSpPr>
          <p:cNvPr id="17" name="Shape 5">
            <a:extLst>
              <a:ext uri="{FF2B5EF4-FFF2-40B4-BE49-F238E27FC236}">
                <a16:creationId xmlns:a16="http://schemas.microsoft.com/office/drawing/2014/main" id="{0D3DD101-B0EE-D2CF-C429-3682CCD67894}"/>
              </a:ext>
            </a:extLst>
          </p:cNvPr>
          <p:cNvSpPr/>
          <p:nvPr/>
        </p:nvSpPr>
        <p:spPr>
          <a:xfrm>
            <a:off x="2176272" y="1234440"/>
            <a:ext cx="4800600" cy="50749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62F83A1B-510F-5180-4FA6-2255D726BEFF}"/>
              </a:ext>
            </a:extLst>
          </p:cNvPr>
          <p:cNvSpPr txBox="1"/>
          <p:nvPr/>
        </p:nvSpPr>
        <p:spPr>
          <a:xfrm>
            <a:off x="2372868" y="1272971"/>
            <a:ext cx="4279392" cy="333977"/>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SUMMARY</a:t>
            </a:r>
            <a:endParaRPr lang="en-US" sz="1300"/>
          </a:p>
        </p:txBody>
      </p:sp>
      <p:sp>
        <p:nvSpPr>
          <p:cNvPr id="21" name="Shape 7">
            <a:extLst>
              <a:ext uri="{FF2B5EF4-FFF2-40B4-BE49-F238E27FC236}">
                <a16:creationId xmlns:a16="http://schemas.microsoft.com/office/drawing/2014/main" id="{EFF922AD-4E9D-E67B-EC5A-AAEBEDAC2D8A}"/>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034F0499-BC8C-034A-D4D7-76372F408B9D}"/>
              </a:ext>
            </a:extLst>
          </p:cNvPr>
          <p:cNvSpPr txBox="1"/>
          <p:nvPr/>
        </p:nvSpPr>
        <p:spPr>
          <a:xfrm>
            <a:off x="2331720" y="1645920"/>
            <a:ext cx="4425696" cy="4304446"/>
          </a:xfrm>
          <a:prstGeom prst="rect">
            <a:avLst/>
          </a:prstGeom>
          <a:noFill/>
          <a:ln/>
        </p:spPr>
        <p:txBody>
          <a:bodyPr wrap="square" lIns="0" tIns="0" rIns="0" bIns="0" rtlCol="0" anchor="t"/>
          <a:lstStyle/>
          <a:p>
            <a:pPr marL="171450" indent="-171450">
              <a:buFont typeface="Arial"/>
              <a:buChar char="•"/>
            </a:pPr>
            <a:endParaRPr lang="en-US" sz="1100"/>
          </a:p>
          <a:p>
            <a:pPr marL="171450" indent="-171450">
              <a:buFont typeface="Arial"/>
              <a:buChar char="•"/>
            </a:pPr>
            <a:r>
              <a:rPr lang="en-US" sz="1100"/>
              <a:t>1.10 years of comprehensive experience in Data Engineering, with exposure to the Insurance (Property &amp; Casualty) domain and large-scale data migration projects.</a:t>
            </a:r>
            <a:endParaRPr lang="en-US"/>
          </a:p>
          <a:p>
            <a:pPr marL="171450" indent="-171450">
              <a:buFont typeface="Arial"/>
              <a:buChar char="•"/>
            </a:pPr>
            <a:r>
              <a:rPr lang="en-US" sz="1100"/>
              <a:t>Practical experience with </a:t>
            </a:r>
            <a:r>
              <a:rPr lang="en-US" sz="1100" err="1"/>
              <a:t>PySpark</a:t>
            </a:r>
            <a:r>
              <a:rPr lang="en-US" sz="1100"/>
              <a:t>, SQL, Databricks, and Delta Lake for developing data pipelines, transformations, and scalable data processing solutions.</a:t>
            </a:r>
          </a:p>
          <a:p>
            <a:pPr marL="171450" indent="-171450">
              <a:buFont typeface="Arial"/>
              <a:buChar char="•"/>
            </a:pPr>
            <a:r>
              <a:rPr lang="en-US" sz="1100"/>
              <a:t>Experience designing metadata-driven automation frameworks for large-scale Oracle-to-Databricks migrations, including schema extraction, Delta table creation, and data ingestion.</a:t>
            </a:r>
          </a:p>
          <a:p>
            <a:pPr marL="171450" indent="-171450">
              <a:buFont typeface="Arial"/>
              <a:buChar char="•"/>
            </a:pPr>
            <a:r>
              <a:rPr lang="en-US" sz="1100"/>
              <a:t>Hands-on experience migrating ~9 TB of data per Oracle environment across 5,000+ tables, using JDBC and </a:t>
            </a:r>
            <a:r>
              <a:rPr lang="en-US" sz="1100" err="1"/>
              <a:t>GoldenGate</a:t>
            </a:r>
            <a:r>
              <a:rPr lang="en-US" sz="1100"/>
              <a:t>, Amazon S3, and Delta Lake.</a:t>
            </a:r>
          </a:p>
          <a:p>
            <a:pPr marL="171450" indent="-171450">
              <a:buFont typeface="Arial"/>
              <a:buChar char="•"/>
            </a:pPr>
            <a:r>
              <a:rPr lang="en-US" sz="1100"/>
              <a:t>Experience in using equivalent partitioning, indexing, and column cardinality from on prem SQL and implementing appropriate Delta Lake optimization strategies, including partitioning and Z-Ordering/clustering.</a:t>
            </a:r>
          </a:p>
          <a:p>
            <a:pPr marL="171450" indent="-171450">
              <a:buFont typeface="Arial"/>
              <a:buChar char="•"/>
            </a:pPr>
            <a:r>
              <a:rPr lang="en-US" sz="1100"/>
              <a:t>Experience analyzing and migrating ODI-based ETL processes, including mappings, packages, Knowledge Modules, and incremental pipelines using </a:t>
            </a:r>
            <a:r>
              <a:rPr lang="en-US" sz="1100" err="1"/>
              <a:t>PySpark</a:t>
            </a:r>
            <a:r>
              <a:rPr lang="en-US" sz="1100"/>
              <a:t>, SQL, and SCD patterns.</a:t>
            </a:r>
          </a:p>
          <a:p>
            <a:pPr marL="171450" indent="-171450">
              <a:buFont typeface="Arial"/>
              <a:buChar char="•"/>
            </a:pPr>
            <a:r>
              <a:rPr lang="en-US" sz="1100">
                <a:ea typeface="+mn-lt"/>
                <a:cs typeface="+mn-lt"/>
              </a:rPr>
              <a:t>Experience analyzing PL/SQL packages and business logic, including stored procedures and functions, and transforming the underlying SQL/PLSQL logic into Python/</a:t>
            </a:r>
            <a:r>
              <a:rPr lang="en-US" sz="1100" err="1">
                <a:ea typeface="+mn-lt"/>
                <a:cs typeface="+mn-lt"/>
              </a:rPr>
              <a:t>PySpark</a:t>
            </a:r>
            <a:r>
              <a:rPr lang="en-US" sz="1100">
                <a:ea typeface="+mn-lt"/>
                <a:cs typeface="+mn-lt"/>
              </a:rPr>
              <a:t> implementations for Databricks-based processing.</a:t>
            </a:r>
            <a:endParaRPr lang="en-US" sz="1100"/>
          </a:p>
          <a:p>
            <a:pPr marL="171450" indent="-171450">
              <a:buFont typeface="Arial"/>
              <a:buChar char="•"/>
            </a:pPr>
            <a:r>
              <a:rPr lang="en-US" sz="1100"/>
              <a:t>Experience building and maintaining data pipelines using Azure Data Factory, ADLS, and Databricks, including scheduling, monitoring, troubleshooting, and ETL validation.</a:t>
            </a:r>
          </a:p>
          <a:p>
            <a:endParaRPr lang="en-US" sz="1100"/>
          </a:p>
        </p:txBody>
      </p:sp>
      <p:sp>
        <p:nvSpPr>
          <p:cNvPr id="25" name="Shape 10">
            <a:extLst>
              <a:ext uri="{FF2B5EF4-FFF2-40B4-BE49-F238E27FC236}">
                <a16:creationId xmlns:a16="http://schemas.microsoft.com/office/drawing/2014/main" id="{C15484D7-CDBD-8BBD-219C-3DF843C0BE6E}"/>
              </a:ext>
            </a:extLst>
          </p:cNvPr>
          <p:cNvSpPr/>
          <p:nvPr/>
        </p:nvSpPr>
        <p:spPr>
          <a:xfrm>
            <a:off x="7086600" y="1234440"/>
            <a:ext cx="4800600" cy="416052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95CF30D7-4ABD-D5D2-ACDC-BA5C9E550DF5}"/>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9B2D7E68-2C0E-9BD7-E89C-1FDE3107987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EBF7E0BE-7CBD-9D4A-A814-0F0B89BA06FA}"/>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E3EB08A6-CB8F-84E9-EFB8-D4B5477952E5}"/>
              </a:ext>
            </a:extLst>
          </p:cNvPr>
          <p:cNvSpPr/>
          <p:nvPr/>
        </p:nvSpPr>
        <p:spPr>
          <a:xfrm>
            <a:off x="7086600" y="5532120"/>
            <a:ext cx="4800600" cy="868680"/>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BCDDC74-4035-9853-0A48-75AD4D6149E9}"/>
              </a:ext>
            </a:extLst>
          </p:cNvPr>
          <p:cNvSpPr txBox="1"/>
          <p:nvPr/>
        </p:nvSpPr>
        <p:spPr>
          <a:xfrm>
            <a:off x="7251192" y="5596128"/>
            <a:ext cx="4471416" cy="2286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3405243D-35EA-679E-D391-67CFF28F73CC}"/>
              </a:ext>
            </a:extLst>
          </p:cNvPr>
          <p:cNvSpPr txBox="1"/>
          <p:nvPr/>
        </p:nvSpPr>
        <p:spPr>
          <a:xfrm>
            <a:off x="7086600" y="5824728"/>
            <a:ext cx="4471416" cy="502920"/>
          </a:xfrm>
          <a:prstGeom prst="rect">
            <a:avLst/>
          </a:prstGeom>
          <a:noFill/>
          <a:ln/>
        </p:spPr>
        <p:txBody>
          <a:bodyPr wrap="square" lIns="0" tIns="0" rIns="0" bIns="0" rtlCol="0" anchor="t"/>
          <a:lstStyle/>
          <a:p>
            <a:pPr marL="177800" indent="-177800">
              <a:buSzPct val="100000"/>
              <a:buChar char="▪"/>
            </a:pPr>
            <a:r>
              <a:rPr lang="en-US" sz="1200"/>
              <a:t>B.E in  Information Technology. Graduated in 2024</a:t>
            </a:r>
          </a:p>
        </p:txBody>
      </p:sp>
      <p:sp>
        <p:nvSpPr>
          <p:cNvPr id="39" name="Shape 17">
            <a:extLst>
              <a:ext uri="{FF2B5EF4-FFF2-40B4-BE49-F238E27FC236}">
                <a16:creationId xmlns:a16="http://schemas.microsoft.com/office/drawing/2014/main" id="{539E7781-350C-C29E-C83B-B1135D614B1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DE689F00-D250-79D0-4660-16B02AE90368}"/>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AE3DEE43-F205-B52F-C0AC-F8E1A24E65D9}"/>
              </a:ext>
            </a:extLst>
          </p:cNvPr>
          <p:cNvSpPr txBox="1"/>
          <p:nvPr/>
        </p:nvSpPr>
        <p:spPr>
          <a:xfrm>
            <a:off x="7251192" y="1746794"/>
            <a:ext cx="4471416" cy="31191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a:ea typeface="+mn-lt"/>
              <a:cs typeface="+mn-lt"/>
            </a:endParaRPr>
          </a:p>
          <a:p>
            <a:pPr marL="171450" indent="-171450" defTabSz="1371600">
              <a:buFont typeface="Arial" panose="020B0604020202020204" pitchFamily="34" charset="0"/>
              <a:buChar char="•"/>
              <a:defRPr/>
            </a:pPr>
            <a:r>
              <a:rPr lang="en-US" sz="1400">
                <a:solidFill>
                  <a:srgbClr val="000000">
                    <a:lumMod val="75000"/>
                    <a:lumOff val="25000"/>
                  </a:srgbClr>
                </a:solidFill>
                <a:ea typeface="Calibri"/>
                <a:cs typeface="Dubai bold"/>
              </a:rPr>
              <a:t>Azure Databricks, </a:t>
            </a:r>
            <a:r>
              <a:rPr lang="en-US" sz="1400" err="1">
                <a:solidFill>
                  <a:srgbClr val="000000">
                    <a:lumMod val="75000"/>
                    <a:lumOff val="25000"/>
                  </a:srgbClr>
                </a:solidFill>
                <a:ea typeface="Calibri"/>
                <a:cs typeface="Dubai bold"/>
              </a:rPr>
              <a:t>PySpark</a:t>
            </a:r>
            <a:r>
              <a:rPr lang="en-US" sz="1400">
                <a:solidFill>
                  <a:srgbClr val="000000">
                    <a:lumMod val="75000"/>
                    <a:lumOff val="25000"/>
                  </a:srgbClr>
                </a:solidFill>
                <a:ea typeface="Calibri"/>
                <a:cs typeface="Dubai bold"/>
              </a:rPr>
              <a:t>, Spark SQL, Delta Lake, ADLS Gen2,Amazon S3, ETL, Unity Catalog, Azure Data Factory , GitHub</a:t>
            </a:r>
          </a:p>
          <a:p>
            <a:pPr marL="171450" indent="-171450">
              <a:buFont typeface="Arial" panose="020B0604020202020204" pitchFamily="34" charset="0"/>
              <a:buChar char="•"/>
            </a:pPr>
            <a:endParaRPr lang="en-US" sz="1400">
              <a:solidFill>
                <a:srgbClr val="404040"/>
              </a:solidFill>
              <a:ea typeface="Calibri"/>
              <a:cs typeface="Dubai bold"/>
            </a:endParaRPr>
          </a:p>
          <a:p>
            <a:pPr>
              <a:buSzPct val="100000"/>
              <a:buFont typeface="Arial"/>
              <a:buChar char="•"/>
            </a:pPr>
            <a:endParaRPr lang="en-US" sz="1050">
              <a:solidFill>
                <a:srgbClr val="000000"/>
              </a:solidFill>
              <a:ea typeface="Calibri"/>
              <a:cs typeface="Calibri"/>
            </a:endParaRPr>
          </a:p>
          <a:p>
            <a:pPr>
              <a:lnSpc>
                <a:spcPts val="1200"/>
              </a:lnSpc>
              <a:spcAft>
                <a:spcPts val="1000"/>
              </a:spcAft>
              <a:buSzPct val="100000"/>
            </a:pPr>
            <a:endParaRPr lang="en-US" sz="1050">
              <a:solidFill>
                <a:srgbClr val="333333"/>
              </a:solidFill>
              <a:ea typeface="Calibri"/>
              <a:cs typeface="Calibri"/>
            </a:endParaRPr>
          </a:p>
        </p:txBody>
      </p:sp>
      <p:pic>
        <p:nvPicPr>
          <p:cNvPr id="8" name="Picture 7">
            <a:extLst>
              <a:ext uri="{FF2B5EF4-FFF2-40B4-BE49-F238E27FC236}">
                <a16:creationId xmlns:a16="http://schemas.microsoft.com/office/drawing/2014/main" id="{64390B95-2898-F113-A7F4-0FCFF1DC57B9}"/>
              </a:ext>
            </a:extLst>
          </p:cNvPr>
          <p:cNvPicPr>
            <a:picLocks noChangeAspect="1"/>
          </p:cNvPicPr>
          <p:nvPr/>
        </p:nvPicPr>
        <p:blipFill>
          <a:blip r:embed="rId3"/>
          <a:stretch>
            <a:fillRect/>
          </a:stretch>
        </p:blipFill>
        <p:spPr>
          <a:xfrm>
            <a:off x="-4106" y="2456793"/>
            <a:ext cx="2215385" cy="2627588"/>
          </a:xfrm>
          <a:prstGeom prst="rect">
            <a:avLst/>
          </a:prstGeom>
        </p:spPr>
      </p:pic>
    </p:spTree>
    <p:extLst>
      <p:ext uri="{BB962C8B-B14F-4D97-AF65-F5344CB8AC3E}">
        <p14:creationId xmlns:p14="http://schemas.microsoft.com/office/powerpoint/2010/main" val="2914834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0" descr="vm_logo.png">
            <a:extLst>
              <a:ext uri="{FF2B5EF4-FFF2-40B4-BE49-F238E27FC236}">
                <a16:creationId xmlns:a16="http://schemas.microsoft.com/office/drawing/2014/main" id="{E4C47673-9646-975E-5220-9A4576C51DB1}"/>
              </a:ext>
            </a:extLst>
          </p:cNvPr>
          <p:cNvPicPr>
            <a:picLocks noChangeAspect="1"/>
          </p:cNvPicPr>
          <p:nvPr/>
        </p:nvPicPr>
        <p:blipFill>
          <a:blip r:embed="rId2"/>
          <a:stretch>
            <a:fillRect/>
          </a:stretch>
        </p:blipFill>
        <p:spPr>
          <a:xfrm>
            <a:off x="320040" y="228599"/>
            <a:ext cx="1273630" cy="636815"/>
          </a:xfrm>
          <a:prstGeom prst="rect">
            <a:avLst/>
          </a:prstGeom>
        </p:spPr>
      </p:pic>
      <p:sp>
        <p:nvSpPr>
          <p:cNvPr id="7" name="Shape 0">
            <a:extLst>
              <a:ext uri="{FF2B5EF4-FFF2-40B4-BE49-F238E27FC236}">
                <a16:creationId xmlns:a16="http://schemas.microsoft.com/office/drawing/2014/main" id="{D1567239-639D-BE0A-6F56-3B9B7C2E9498}"/>
              </a:ext>
            </a:extLst>
          </p:cNvPr>
          <p:cNvSpPr/>
          <p:nvPr/>
        </p:nvSpPr>
        <p:spPr>
          <a:xfrm>
            <a:off x="1920240" y="228600"/>
            <a:ext cx="0" cy="685800"/>
          </a:xfrm>
          <a:prstGeom prst="line">
            <a:avLst/>
          </a:prstGeom>
          <a:noFill/>
          <a:ln w="19050">
            <a:solidFill>
              <a:srgbClr val="D9D9D9"/>
            </a:solidFill>
            <a:prstDash val="solid"/>
          </a:ln>
        </p:spPr>
        <p:txBody>
          <a:bodyPr/>
          <a:lstStyle/>
          <a:p>
            <a:endParaRPr lang="en-IN"/>
          </a:p>
        </p:txBody>
      </p:sp>
      <p:sp>
        <p:nvSpPr>
          <p:cNvPr id="9" name="Text 1">
            <a:extLst>
              <a:ext uri="{FF2B5EF4-FFF2-40B4-BE49-F238E27FC236}">
                <a16:creationId xmlns:a16="http://schemas.microsoft.com/office/drawing/2014/main" id="{FB328934-20C3-5243-10DF-CD142B7E3EC5}"/>
              </a:ext>
            </a:extLst>
          </p:cNvPr>
          <p:cNvSpPr txBox="1"/>
          <p:nvPr/>
        </p:nvSpPr>
        <p:spPr>
          <a:xfrm>
            <a:off x="2176272" y="179614"/>
            <a:ext cx="9692640" cy="685800"/>
          </a:xfrm>
          <a:prstGeom prst="rect">
            <a:avLst/>
          </a:prstGeom>
          <a:noFill/>
          <a:ln/>
        </p:spPr>
        <p:txBody>
          <a:bodyPr wrap="square" lIns="0" tIns="0" rIns="0" bIns="0" rtlCol="0" anchor="ctr"/>
          <a:lstStyle/>
          <a:p>
            <a:r>
              <a:rPr lang="en-US" sz="2200" b="1">
                <a:solidFill>
                  <a:srgbClr val="0253D2"/>
                </a:solidFill>
                <a:latin typeface="Calibri"/>
                <a:ea typeface="Calibri"/>
                <a:cs typeface="Calibri"/>
              </a:rPr>
              <a:t>Resource Based Databricks Data Engineer</a:t>
            </a:r>
            <a:endParaRPr lang="en-US" sz="2200"/>
          </a:p>
        </p:txBody>
      </p:sp>
      <p:sp>
        <p:nvSpPr>
          <p:cNvPr id="11" name="Shape 2">
            <a:extLst>
              <a:ext uri="{FF2B5EF4-FFF2-40B4-BE49-F238E27FC236}">
                <a16:creationId xmlns:a16="http://schemas.microsoft.com/office/drawing/2014/main" id="{7F2D3D62-FA8E-EC69-F2E5-EE5F4D31FECC}"/>
              </a:ext>
            </a:extLst>
          </p:cNvPr>
          <p:cNvSpPr/>
          <p:nvPr/>
        </p:nvSpPr>
        <p:spPr>
          <a:xfrm>
            <a:off x="320040" y="1051560"/>
            <a:ext cx="11548872" cy="0"/>
          </a:xfrm>
          <a:prstGeom prst="line">
            <a:avLst/>
          </a:prstGeom>
          <a:noFill/>
          <a:ln w="12700">
            <a:solidFill>
              <a:srgbClr val="D9D9D9"/>
            </a:solidFill>
            <a:prstDash val="solid"/>
          </a:ln>
        </p:spPr>
        <p:txBody>
          <a:bodyPr/>
          <a:lstStyle/>
          <a:p>
            <a:endParaRPr lang="en-IN"/>
          </a:p>
        </p:txBody>
      </p:sp>
      <p:sp>
        <p:nvSpPr>
          <p:cNvPr id="13" name="Text 3">
            <a:extLst>
              <a:ext uri="{FF2B5EF4-FFF2-40B4-BE49-F238E27FC236}">
                <a16:creationId xmlns:a16="http://schemas.microsoft.com/office/drawing/2014/main" id="{CF943EFC-6F65-713C-5F82-C4D56E5ADB74}"/>
              </a:ext>
            </a:extLst>
          </p:cNvPr>
          <p:cNvSpPr txBox="1"/>
          <p:nvPr/>
        </p:nvSpPr>
        <p:spPr>
          <a:xfrm>
            <a:off x="320040" y="1234439"/>
            <a:ext cx="2743200" cy="1005823"/>
          </a:xfrm>
          <a:prstGeom prst="rect">
            <a:avLst/>
          </a:prstGeom>
          <a:noFill/>
          <a:ln/>
        </p:spPr>
        <p:txBody>
          <a:bodyPr wrap="square" lIns="0" tIns="0" rIns="0" bIns="0" rtlCol="0" anchor="ctr"/>
          <a:lstStyle/>
          <a:p>
            <a:pPr marL="0" indent="0">
              <a:buNone/>
            </a:pPr>
            <a:r>
              <a:rPr lang="en-US" b="1" dirty="0">
                <a:solidFill>
                  <a:srgbClr val="0253D2"/>
                </a:solidFill>
                <a:latin typeface="Calibri" pitchFamily="34" charset="0"/>
                <a:ea typeface="Calibri" pitchFamily="34" charset="-122"/>
                <a:cs typeface="Calibri" pitchFamily="34" charset="-120"/>
              </a:rPr>
              <a:t>Harshini</a:t>
            </a:r>
          </a:p>
          <a:p>
            <a:pPr marL="0" indent="0">
              <a:buNone/>
            </a:pPr>
            <a:r>
              <a:rPr lang="en-US" b="1" dirty="0">
                <a:solidFill>
                  <a:srgbClr val="0253D2"/>
                </a:solidFill>
                <a:latin typeface="Calibri" pitchFamily="34" charset="0"/>
                <a:ea typeface="Calibri" pitchFamily="34" charset="-122"/>
                <a:cs typeface="Calibri" pitchFamily="34" charset="-120"/>
              </a:rPr>
              <a:t>Mummareddy</a:t>
            </a:r>
          </a:p>
          <a:p>
            <a:pPr marL="0" indent="0">
              <a:buNone/>
            </a:pPr>
            <a:endParaRPr lang="en-US" sz="1800" dirty="0"/>
          </a:p>
        </p:txBody>
      </p:sp>
      <p:sp>
        <p:nvSpPr>
          <p:cNvPr id="15" name="Text 4">
            <a:extLst>
              <a:ext uri="{FF2B5EF4-FFF2-40B4-BE49-F238E27FC236}">
                <a16:creationId xmlns:a16="http://schemas.microsoft.com/office/drawing/2014/main" id="{F1E31B0E-5C22-445C-96D4-047F710FC6F8}"/>
              </a:ext>
            </a:extLst>
          </p:cNvPr>
          <p:cNvSpPr txBox="1"/>
          <p:nvPr/>
        </p:nvSpPr>
        <p:spPr>
          <a:xfrm>
            <a:off x="304800" y="1901952"/>
            <a:ext cx="2743200" cy="292608"/>
          </a:xfrm>
          <a:prstGeom prst="rect">
            <a:avLst/>
          </a:prstGeom>
          <a:noFill/>
          <a:ln/>
        </p:spPr>
        <p:txBody>
          <a:bodyPr wrap="square" lIns="0" tIns="0" rIns="0" bIns="0" rtlCol="0" anchor="ctr"/>
          <a:lstStyle/>
          <a:p>
            <a:pPr marL="0" indent="0">
              <a:buNone/>
            </a:pPr>
            <a:r>
              <a:rPr lang="en-US" sz="1300" b="1" i="1" dirty="0">
                <a:solidFill>
                  <a:srgbClr val="595959"/>
                </a:solidFill>
                <a:latin typeface="Calibri"/>
                <a:ea typeface="Calibri"/>
                <a:cs typeface="Calibri"/>
              </a:rPr>
              <a:t>Databricks</a:t>
            </a:r>
          </a:p>
          <a:p>
            <a:pPr marL="0" indent="0">
              <a:buNone/>
            </a:pPr>
            <a:r>
              <a:rPr lang="en-US" sz="1300" b="1" i="1" dirty="0">
                <a:solidFill>
                  <a:srgbClr val="595959"/>
                </a:solidFill>
                <a:latin typeface="Calibri"/>
                <a:ea typeface="Calibri"/>
                <a:cs typeface="Calibri"/>
              </a:rPr>
              <a:t>Data Engineer</a:t>
            </a:r>
            <a:endParaRPr lang="en-US" sz="1300" dirty="0"/>
          </a:p>
        </p:txBody>
      </p:sp>
      <p:sp>
        <p:nvSpPr>
          <p:cNvPr id="17" name="Shape 5">
            <a:extLst>
              <a:ext uri="{FF2B5EF4-FFF2-40B4-BE49-F238E27FC236}">
                <a16:creationId xmlns:a16="http://schemas.microsoft.com/office/drawing/2014/main" id="{37B62438-D8D0-4095-DB6A-1308E0809291}"/>
              </a:ext>
            </a:extLst>
          </p:cNvPr>
          <p:cNvSpPr/>
          <p:nvPr/>
        </p:nvSpPr>
        <p:spPr>
          <a:xfrm>
            <a:off x="2362200" y="1254759"/>
            <a:ext cx="4498848" cy="5193565"/>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19" name="Text 6">
            <a:extLst>
              <a:ext uri="{FF2B5EF4-FFF2-40B4-BE49-F238E27FC236}">
                <a16:creationId xmlns:a16="http://schemas.microsoft.com/office/drawing/2014/main" id="{2B818FD1-FE78-9FE2-08BF-B898088A2D71}"/>
              </a:ext>
            </a:extLst>
          </p:cNvPr>
          <p:cNvSpPr txBox="1"/>
          <p:nvPr/>
        </p:nvSpPr>
        <p:spPr>
          <a:xfrm>
            <a:off x="2372868" y="1272971"/>
            <a:ext cx="4279392" cy="333977"/>
          </a:xfrm>
          <a:prstGeom prst="rect">
            <a:avLst/>
          </a:prstGeom>
          <a:noFill/>
          <a:ln/>
        </p:spPr>
        <p:txBody>
          <a:bodyPr wrap="square" lIns="0" tIns="0" rIns="0" bIns="0" rtlCol="0" anchor="ctr"/>
          <a:lstStyle/>
          <a:p>
            <a:r>
              <a:rPr lang="en-US" sz="1300" b="1">
                <a:solidFill>
                  <a:srgbClr val="0253D2"/>
                </a:solidFill>
                <a:latin typeface="Calibri"/>
                <a:ea typeface="Calibri"/>
                <a:cs typeface="Calibri"/>
              </a:rPr>
              <a:t>    SUMMARY</a:t>
            </a:r>
            <a:endParaRPr lang="en-US" sz="1300">
              <a:latin typeface="Calibri"/>
              <a:ea typeface="Calibri"/>
              <a:cs typeface="Calibri"/>
            </a:endParaRPr>
          </a:p>
        </p:txBody>
      </p:sp>
      <p:sp>
        <p:nvSpPr>
          <p:cNvPr id="21" name="Shape 7">
            <a:extLst>
              <a:ext uri="{FF2B5EF4-FFF2-40B4-BE49-F238E27FC236}">
                <a16:creationId xmlns:a16="http://schemas.microsoft.com/office/drawing/2014/main" id="{8309367C-78FD-288A-0298-AB7D866CFA40}"/>
              </a:ext>
            </a:extLst>
          </p:cNvPr>
          <p:cNvSpPr/>
          <p:nvPr/>
        </p:nvSpPr>
        <p:spPr>
          <a:xfrm>
            <a:off x="2496312" y="1691640"/>
            <a:ext cx="4197096" cy="0"/>
          </a:xfrm>
          <a:prstGeom prst="line">
            <a:avLst/>
          </a:prstGeom>
          <a:noFill/>
          <a:ln w="12700">
            <a:solidFill>
              <a:srgbClr val="D9D9D9"/>
            </a:solidFill>
            <a:prstDash val="solid"/>
          </a:ln>
        </p:spPr>
        <p:txBody>
          <a:bodyPr/>
          <a:lstStyle/>
          <a:p>
            <a:endParaRPr lang="en-IN"/>
          </a:p>
        </p:txBody>
      </p:sp>
      <p:sp>
        <p:nvSpPr>
          <p:cNvPr id="23" name="Text 9">
            <a:extLst>
              <a:ext uri="{FF2B5EF4-FFF2-40B4-BE49-F238E27FC236}">
                <a16:creationId xmlns:a16="http://schemas.microsoft.com/office/drawing/2014/main" id="{F24D3471-5B7A-6469-823A-CA02E539AAE2}"/>
              </a:ext>
            </a:extLst>
          </p:cNvPr>
          <p:cNvSpPr txBox="1"/>
          <p:nvPr/>
        </p:nvSpPr>
        <p:spPr>
          <a:xfrm>
            <a:off x="2498344" y="1759348"/>
            <a:ext cx="4361688" cy="4667868"/>
          </a:xfrm>
          <a:prstGeom prst="rect">
            <a:avLst/>
          </a:prstGeom>
          <a:noFill/>
          <a:ln/>
        </p:spPr>
        <p:txBody>
          <a:bodyPr wrap="square" lIns="0" tIns="0" rIns="0" bIns="0" rtlCol="0" anchor="t"/>
          <a:lstStyle/>
          <a:p>
            <a:pPr marL="171450" indent="-171450" algn="just">
              <a:buFont typeface="Arial"/>
              <a:buChar char="•"/>
            </a:pPr>
            <a:r>
              <a:rPr lang="en-US" sz="1100" dirty="0">
                <a:ea typeface="+mn-lt"/>
                <a:cs typeface="+mn-lt"/>
              </a:rPr>
              <a:t>Data Engineer with 6+ years of experience in Azure Databricks, Azure Data Factory (ADF), and cloud-based data engineering solutions. </a:t>
            </a:r>
          </a:p>
          <a:p>
            <a:pPr marL="171450" indent="-171450" algn="just">
              <a:buFont typeface="Arial"/>
              <a:buChar char="•"/>
            </a:pPr>
            <a:r>
              <a:rPr lang="en-IN" sz="1100" dirty="0"/>
              <a:t>Architected end-to-end data integration and transformation pipelines using Azure Data Factory, Databricks, </a:t>
            </a:r>
            <a:r>
              <a:rPr lang="en-IN" sz="1100" dirty="0" err="1"/>
              <a:t>PySpark</a:t>
            </a:r>
            <a:r>
              <a:rPr lang="en-IN" sz="1100" dirty="0"/>
              <a:t>, and SQL to efficiently consolidate data from various sources into Azure Data Lake Storage Gen2 for downstream analytics.</a:t>
            </a:r>
          </a:p>
          <a:p>
            <a:pPr marL="171450" indent="-171450" algn="just">
              <a:buFont typeface="Arial"/>
              <a:buChar char="•"/>
            </a:pPr>
            <a:r>
              <a:rPr lang="en-IN" sz="1100" dirty="0"/>
              <a:t>Engineered automated data ingestion pipelines to collect and process data from Oracle databases and Azure Data Lake Storage (ADLS Gen2), ensuring reliable and timely data delivery by reducing manual intervention.</a:t>
            </a:r>
          </a:p>
          <a:p>
            <a:pPr marL="171450" indent="-171450" algn="just">
              <a:buFont typeface="Arial"/>
              <a:buChar char="•"/>
            </a:pPr>
            <a:r>
              <a:rPr lang="en-IN" sz="1100" dirty="0"/>
              <a:t>Implemented a Medallion Architecture using Delta Lake, </a:t>
            </a:r>
            <a:r>
              <a:rPr lang="en-IN" sz="1100" dirty="0" err="1"/>
              <a:t>PySpark</a:t>
            </a:r>
            <a:r>
              <a:rPr lang="en-IN" sz="1100" dirty="0"/>
              <a:t>, and Delta Live Tables (DLT) to transform raw data into curated, analytics-ready datasets while improving data quality, reliability, and governance.</a:t>
            </a:r>
          </a:p>
          <a:p>
            <a:pPr marL="171450" indent="-171450" algn="just">
              <a:buFont typeface="Arial"/>
              <a:buChar char="•"/>
            </a:pPr>
            <a:r>
              <a:rPr lang="en-IN" sz="1100" dirty="0"/>
              <a:t>Designed and optimized incremental data loading and transformation processes using </a:t>
            </a:r>
            <a:r>
              <a:rPr lang="en-IN" sz="1100" dirty="0" err="1"/>
              <a:t>PySpark</a:t>
            </a:r>
            <a:r>
              <a:rPr lang="en-IN" sz="1100" dirty="0"/>
              <a:t> and Delta Lake, enabling efficient processing of large-scale datasets while improving pipeline performance and scalability.</a:t>
            </a:r>
          </a:p>
          <a:p>
            <a:pPr marL="171450" indent="-171450" algn="just">
              <a:buFont typeface="Arial"/>
              <a:buChar char="•"/>
            </a:pPr>
            <a:r>
              <a:rPr lang="en-IN" sz="1100" dirty="0"/>
              <a:t>Led and mentored a team of 3 junior Data Engineers, providing technical guidance on Databricks, </a:t>
            </a:r>
            <a:r>
              <a:rPr lang="en-IN" sz="1100" dirty="0" err="1"/>
              <a:t>PySpark</a:t>
            </a:r>
            <a:r>
              <a:rPr lang="en-IN" sz="1100" dirty="0"/>
              <a:t>, and ADF development while ensuring timely delivery of data engineering solutions.</a:t>
            </a:r>
          </a:p>
          <a:p>
            <a:pPr marL="171450" indent="-171450" algn="just">
              <a:buFont typeface="Arial"/>
              <a:buChar char="•"/>
            </a:pPr>
            <a:r>
              <a:rPr lang="en-IN" sz="1100" dirty="0"/>
              <a:t>Enabled secure, scalable, and monitored cloud-based data platforms through ADF orchestration, Databricks integration, and automated deployment practices, supporting enterprise analytics and reporting requirements.</a:t>
            </a:r>
            <a:endParaRPr lang="en-US" sz="1100" dirty="0">
              <a:ea typeface="+mn-lt"/>
              <a:cs typeface="+mn-lt"/>
            </a:endParaRPr>
          </a:p>
          <a:p>
            <a:pPr algn="just"/>
            <a:endParaRPr lang="en-US" sz="1100" dirty="0">
              <a:latin typeface="Calibri"/>
              <a:ea typeface="Calibri"/>
              <a:cs typeface="Calibri"/>
            </a:endParaRPr>
          </a:p>
        </p:txBody>
      </p:sp>
      <p:sp>
        <p:nvSpPr>
          <p:cNvPr id="25" name="Shape 10">
            <a:extLst>
              <a:ext uri="{FF2B5EF4-FFF2-40B4-BE49-F238E27FC236}">
                <a16:creationId xmlns:a16="http://schemas.microsoft.com/office/drawing/2014/main" id="{101639F8-74CD-3F0A-F6FD-E1226F0B2A7E}"/>
              </a:ext>
            </a:extLst>
          </p:cNvPr>
          <p:cNvSpPr/>
          <p:nvPr/>
        </p:nvSpPr>
        <p:spPr>
          <a:xfrm>
            <a:off x="7076440" y="1264920"/>
            <a:ext cx="4820920" cy="3718559"/>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27" name="Text 11">
            <a:extLst>
              <a:ext uri="{FF2B5EF4-FFF2-40B4-BE49-F238E27FC236}">
                <a16:creationId xmlns:a16="http://schemas.microsoft.com/office/drawing/2014/main" id="{E8DBEDA3-031B-DA01-FBE6-6CC1E3D98B49}"/>
              </a:ext>
            </a:extLst>
          </p:cNvPr>
          <p:cNvSpPr txBox="1"/>
          <p:nvPr/>
        </p:nvSpPr>
        <p:spPr>
          <a:xfrm>
            <a:off x="7251192" y="1371600"/>
            <a:ext cx="4471416" cy="274320"/>
          </a:xfrm>
          <a:prstGeom prst="rect">
            <a:avLst/>
          </a:prstGeom>
          <a:noFill/>
          <a:ln/>
        </p:spPr>
        <p:txBody>
          <a:bodyPr wrap="square" lIns="0" tIns="0" rIns="0" bIns="0" rtlCol="0" anchor="ctr"/>
          <a:lstStyle/>
          <a:p>
            <a:pPr marL="0" indent="0">
              <a:buNone/>
            </a:pPr>
            <a:r>
              <a:rPr lang="en-US" sz="1300" b="1">
                <a:solidFill>
                  <a:srgbClr val="0253D2"/>
                </a:solidFill>
                <a:latin typeface="Calibri" pitchFamily="34" charset="0"/>
                <a:ea typeface="Calibri" pitchFamily="34" charset="-122"/>
                <a:cs typeface="Calibri" pitchFamily="34" charset="-120"/>
              </a:rPr>
              <a:t>TECHNICAL SKILLS</a:t>
            </a:r>
            <a:endParaRPr lang="en-US" sz="1300"/>
          </a:p>
        </p:txBody>
      </p:sp>
      <p:sp>
        <p:nvSpPr>
          <p:cNvPr id="29" name="Shape 12">
            <a:extLst>
              <a:ext uri="{FF2B5EF4-FFF2-40B4-BE49-F238E27FC236}">
                <a16:creationId xmlns:a16="http://schemas.microsoft.com/office/drawing/2014/main" id="{E77C906F-2530-1483-27F2-862200A43B6B}"/>
              </a:ext>
            </a:extLst>
          </p:cNvPr>
          <p:cNvSpPr/>
          <p:nvPr/>
        </p:nvSpPr>
        <p:spPr>
          <a:xfrm>
            <a:off x="7251192" y="1691640"/>
            <a:ext cx="4471416" cy="0"/>
          </a:xfrm>
          <a:prstGeom prst="line">
            <a:avLst/>
          </a:prstGeom>
          <a:noFill/>
          <a:ln w="12700">
            <a:solidFill>
              <a:srgbClr val="D9D9D9"/>
            </a:solidFill>
            <a:prstDash val="solid"/>
          </a:ln>
        </p:spPr>
        <p:txBody>
          <a:bodyPr/>
          <a:lstStyle/>
          <a:p>
            <a:endParaRPr lang="en-IN"/>
          </a:p>
        </p:txBody>
      </p:sp>
      <p:sp>
        <p:nvSpPr>
          <p:cNvPr id="31" name="Text 13">
            <a:extLst>
              <a:ext uri="{FF2B5EF4-FFF2-40B4-BE49-F238E27FC236}">
                <a16:creationId xmlns:a16="http://schemas.microsoft.com/office/drawing/2014/main" id="{725A760E-A66F-32F0-9CA5-66FE1660E0AD}"/>
              </a:ext>
            </a:extLst>
          </p:cNvPr>
          <p:cNvSpPr txBox="1"/>
          <p:nvPr/>
        </p:nvSpPr>
        <p:spPr>
          <a:xfrm>
            <a:off x="7251192" y="1828800"/>
            <a:ext cx="4471416" cy="2875280"/>
          </a:xfrm>
          <a:prstGeom prst="rect">
            <a:avLst/>
          </a:prstGeom>
          <a:noFill/>
          <a:ln/>
        </p:spPr>
        <p:txBody>
          <a:bodyPr wrap="square" lIns="0" tIns="0" rIns="0" bIns="0" rtlCol="0" anchor="t"/>
          <a:lstStyle/>
          <a:p>
            <a:endParaRPr lang="en-IN" sz="1000"/>
          </a:p>
        </p:txBody>
      </p:sp>
      <p:sp>
        <p:nvSpPr>
          <p:cNvPr id="33" name="Shape 14">
            <a:extLst>
              <a:ext uri="{FF2B5EF4-FFF2-40B4-BE49-F238E27FC236}">
                <a16:creationId xmlns:a16="http://schemas.microsoft.com/office/drawing/2014/main" id="{C9400C06-CA41-9B74-7912-59ABC4BB1576}"/>
              </a:ext>
            </a:extLst>
          </p:cNvPr>
          <p:cNvSpPr/>
          <p:nvPr/>
        </p:nvSpPr>
        <p:spPr>
          <a:xfrm>
            <a:off x="7076440" y="5086912"/>
            <a:ext cx="4831080" cy="1354528"/>
          </a:xfrm>
          <a:prstGeom prst="rect">
            <a:avLst/>
          </a:prstGeom>
          <a:solidFill>
            <a:srgbClr val="FFFFFF"/>
          </a:solidFill>
          <a:ln w="12700">
            <a:solidFill>
              <a:srgbClr val="D9D9D9"/>
            </a:solidFill>
            <a:prstDash val="solid"/>
          </a:ln>
          <a:effectLst>
            <a:outerShdw blurRad="76200" dist="25400" dir="5400000" algn="bl" rotWithShape="0">
              <a:srgbClr val="BFBFBF">
                <a:alpha val="35000"/>
              </a:srgbClr>
            </a:outerShdw>
          </a:effectLst>
        </p:spPr>
        <p:txBody>
          <a:bodyPr/>
          <a:lstStyle/>
          <a:p>
            <a:endParaRPr lang="en-IN"/>
          </a:p>
        </p:txBody>
      </p:sp>
      <p:sp>
        <p:nvSpPr>
          <p:cNvPr id="35" name="Text 15">
            <a:extLst>
              <a:ext uri="{FF2B5EF4-FFF2-40B4-BE49-F238E27FC236}">
                <a16:creationId xmlns:a16="http://schemas.microsoft.com/office/drawing/2014/main" id="{628DC848-E5F8-1E08-582D-62B84DED9BD7}"/>
              </a:ext>
            </a:extLst>
          </p:cNvPr>
          <p:cNvSpPr txBox="1"/>
          <p:nvPr/>
        </p:nvSpPr>
        <p:spPr>
          <a:xfrm>
            <a:off x="7251192" y="5232055"/>
            <a:ext cx="4471416" cy="330200"/>
          </a:xfrm>
          <a:prstGeom prst="rect">
            <a:avLst/>
          </a:prstGeom>
          <a:noFill/>
          <a:ln/>
        </p:spPr>
        <p:txBody>
          <a:bodyPr wrap="square" lIns="0" tIns="0" rIns="0" bIns="0" rtlCol="0" anchor="ctr"/>
          <a:lstStyle/>
          <a:p>
            <a:pPr marL="0" indent="0">
              <a:buNone/>
            </a:pPr>
            <a:r>
              <a:rPr lang="en-US" sz="1100" b="1">
                <a:solidFill>
                  <a:srgbClr val="0253D2"/>
                </a:solidFill>
                <a:latin typeface="Calibri" pitchFamily="34" charset="0"/>
                <a:ea typeface="Calibri" pitchFamily="34" charset="-122"/>
                <a:cs typeface="Calibri" pitchFamily="34" charset="-120"/>
              </a:rPr>
              <a:t>EDUCATION &amp; CERTIFICATIONS</a:t>
            </a:r>
            <a:endParaRPr lang="en-US" sz="1100"/>
          </a:p>
        </p:txBody>
      </p:sp>
      <p:sp>
        <p:nvSpPr>
          <p:cNvPr id="37" name="Text 16">
            <a:extLst>
              <a:ext uri="{FF2B5EF4-FFF2-40B4-BE49-F238E27FC236}">
                <a16:creationId xmlns:a16="http://schemas.microsoft.com/office/drawing/2014/main" id="{072A2916-C4C8-DA04-F88D-EC02EF005AE9}"/>
              </a:ext>
            </a:extLst>
          </p:cNvPr>
          <p:cNvSpPr txBox="1"/>
          <p:nvPr/>
        </p:nvSpPr>
        <p:spPr>
          <a:xfrm>
            <a:off x="7086600" y="5571399"/>
            <a:ext cx="4638040" cy="842119"/>
          </a:xfrm>
          <a:prstGeom prst="rect">
            <a:avLst/>
          </a:prstGeom>
          <a:noFill/>
          <a:ln/>
        </p:spPr>
        <p:txBody>
          <a:bodyPr wrap="square" lIns="0" tIns="0" rIns="0" bIns="0" rtlCol="0" anchor="t"/>
          <a:lstStyle/>
          <a:p>
            <a:pPr marL="171450" indent="-171450">
              <a:buSzPct val="100000"/>
              <a:buFont typeface="Arial" panose="020B0604020202020204" pitchFamily="34" charset="0"/>
              <a:buChar char="•"/>
            </a:pPr>
            <a:r>
              <a:rPr lang="en-US" sz="1100" dirty="0" err="1"/>
              <a:t>Btech</a:t>
            </a:r>
            <a:r>
              <a:rPr lang="en-US" sz="1100" dirty="0"/>
              <a:t> in Computer Science and Engineering from GITAM University Visakhapatnam</a:t>
            </a:r>
          </a:p>
          <a:p>
            <a:pPr>
              <a:buSzPct val="100000"/>
            </a:pPr>
            <a:endParaRPr lang="en-US" sz="1200" dirty="0"/>
          </a:p>
          <a:p>
            <a:pPr marL="171450" indent="-171450">
              <a:buSzPct val="100000"/>
              <a:buFont typeface="Arial" panose="020B0604020202020204" pitchFamily="34" charset="0"/>
              <a:buChar char="•"/>
            </a:pPr>
            <a:r>
              <a:rPr lang="en-US" sz="1100" dirty="0" err="1"/>
              <a:t>Mtech</a:t>
            </a:r>
            <a:r>
              <a:rPr lang="en-US" sz="1100" dirty="0"/>
              <a:t> in Artificial Intelligence and Machine Learning from BITS Pilani</a:t>
            </a:r>
            <a:endParaRPr lang="en-IN" sz="1100" dirty="0"/>
          </a:p>
          <a:p>
            <a:pPr>
              <a:buSzPct val="100000"/>
            </a:pPr>
            <a:endParaRPr lang="en-US" sz="1200" dirty="0"/>
          </a:p>
          <a:p>
            <a:pPr>
              <a:buSzPct val="100000"/>
            </a:pPr>
            <a:endParaRPr lang="en-IN" sz="1100" dirty="0"/>
          </a:p>
        </p:txBody>
      </p:sp>
      <p:sp>
        <p:nvSpPr>
          <p:cNvPr id="39" name="Shape 17">
            <a:extLst>
              <a:ext uri="{FF2B5EF4-FFF2-40B4-BE49-F238E27FC236}">
                <a16:creationId xmlns:a16="http://schemas.microsoft.com/office/drawing/2014/main" id="{E7ADA4EB-81EB-B456-38CB-2B17890339B2}"/>
              </a:ext>
            </a:extLst>
          </p:cNvPr>
          <p:cNvSpPr/>
          <p:nvPr/>
        </p:nvSpPr>
        <p:spPr>
          <a:xfrm>
            <a:off x="0" y="6583680"/>
            <a:ext cx="12188952" cy="274320"/>
          </a:xfrm>
          <a:prstGeom prst="rect">
            <a:avLst/>
          </a:prstGeom>
          <a:solidFill>
            <a:srgbClr val="0253D2"/>
          </a:solidFill>
          <a:ln/>
        </p:spPr>
        <p:txBody>
          <a:bodyPr/>
          <a:lstStyle/>
          <a:p>
            <a:endParaRPr lang="en-IN"/>
          </a:p>
        </p:txBody>
      </p:sp>
      <p:sp>
        <p:nvSpPr>
          <p:cNvPr id="41" name="Text 18">
            <a:extLst>
              <a:ext uri="{FF2B5EF4-FFF2-40B4-BE49-F238E27FC236}">
                <a16:creationId xmlns:a16="http://schemas.microsoft.com/office/drawing/2014/main" id="{2B88F50D-93FC-5A9C-F5DA-B622793A6952}"/>
              </a:ext>
            </a:extLst>
          </p:cNvPr>
          <p:cNvSpPr txBox="1"/>
          <p:nvPr/>
        </p:nvSpPr>
        <p:spPr>
          <a:xfrm>
            <a:off x="320040" y="6583680"/>
            <a:ext cx="5486400" cy="274320"/>
          </a:xfrm>
          <a:prstGeom prst="rect">
            <a:avLst/>
          </a:prstGeom>
          <a:noFill/>
          <a:ln/>
        </p:spPr>
        <p:txBody>
          <a:bodyPr wrap="square" lIns="0" tIns="0" rIns="0" bIns="0" rtlCol="0" anchor="ctr"/>
          <a:lstStyle/>
          <a:p>
            <a:pPr marL="0" indent="0">
              <a:buNone/>
            </a:pPr>
            <a:r>
              <a:rPr lang="en-US" sz="800">
                <a:solidFill>
                  <a:srgbClr val="FFFFFF"/>
                </a:solidFill>
                <a:latin typeface="Calibri" pitchFamily="34" charset="0"/>
                <a:ea typeface="Calibri" pitchFamily="34" charset="-122"/>
                <a:cs typeface="Calibri" pitchFamily="34" charset="-120"/>
              </a:rPr>
              <a:t>2025 © ValueMomentum. All Rights Reserved</a:t>
            </a:r>
            <a:endParaRPr lang="en-US" sz="800"/>
          </a:p>
        </p:txBody>
      </p:sp>
      <p:sp>
        <p:nvSpPr>
          <p:cNvPr id="43" name="Text 13">
            <a:extLst>
              <a:ext uri="{FF2B5EF4-FFF2-40B4-BE49-F238E27FC236}">
                <a16:creationId xmlns:a16="http://schemas.microsoft.com/office/drawing/2014/main" id="{7E2C7A82-D5D9-1F20-07BD-CCC9DF7F970F}"/>
              </a:ext>
            </a:extLst>
          </p:cNvPr>
          <p:cNvSpPr txBox="1"/>
          <p:nvPr/>
        </p:nvSpPr>
        <p:spPr>
          <a:xfrm>
            <a:off x="7251192" y="1758552"/>
            <a:ext cx="4471416" cy="298776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buFont typeface="Arial"/>
              <a:buChar char="•"/>
            </a:pPr>
            <a:endParaRPr lang="en-US" sz="1050" dirty="0">
              <a:ea typeface="+mn-lt"/>
              <a:cs typeface="+mn-lt"/>
            </a:endParaRP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Azure Databricks </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Azure Data Factory </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Delta Live Tables </a:t>
            </a:r>
          </a:p>
          <a:p>
            <a:pPr marL="171450" indent="-171450" defTabSz="1371600">
              <a:buFont typeface="Arial" panose="020B0604020202020204" pitchFamily="34" charset="0"/>
              <a:buChar char="•"/>
              <a:defRPr/>
            </a:pPr>
            <a:r>
              <a:rPr lang="en-US" sz="1400" dirty="0" err="1">
                <a:solidFill>
                  <a:srgbClr val="000000">
                    <a:lumMod val="75000"/>
                    <a:lumOff val="25000"/>
                  </a:srgbClr>
                </a:solidFill>
                <a:ea typeface="Calibri" panose="020F0502020204030204" pitchFamily="34" charset="0"/>
                <a:cs typeface="Dubai bold" panose="020B0803030403030204" pitchFamily="34" charset="-78"/>
              </a:rPr>
              <a:t>PySpark</a:t>
            </a:r>
            <a:endParaRPr lang="en-US" sz="1400" dirty="0">
              <a:solidFill>
                <a:srgbClr val="000000">
                  <a:lumMod val="75000"/>
                  <a:lumOff val="25000"/>
                </a:srgbClr>
              </a:solidFill>
              <a:ea typeface="Calibri" panose="020F0502020204030204" pitchFamily="34" charset="0"/>
              <a:cs typeface="Dubai bold" panose="020B0803030403030204" pitchFamily="34" charset="-78"/>
            </a:endParaRP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Python</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ADLS Gen2</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SQL</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Data Validation and Analysis</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Delta Lake</a:t>
            </a:r>
          </a:p>
          <a:p>
            <a:pPr marL="171450" indent="-171450" defTabSz="1371600">
              <a:buFont typeface="Arial" panose="020B0604020202020204" pitchFamily="34" charset="0"/>
              <a:buChar char="•"/>
              <a:defRPr/>
            </a:pPr>
            <a:r>
              <a:rPr lang="en-US" sz="1400" dirty="0">
                <a:solidFill>
                  <a:srgbClr val="000000">
                    <a:lumMod val="75000"/>
                    <a:lumOff val="25000"/>
                  </a:srgbClr>
                </a:solidFill>
                <a:ea typeface="Calibri" panose="020F0502020204030204" pitchFamily="34" charset="0"/>
                <a:cs typeface="Dubai bold" panose="020B0803030403030204" pitchFamily="34" charset="-78"/>
              </a:rPr>
              <a:t>Azure DevOps.</a:t>
            </a:r>
            <a:endParaRPr lang="en-US" sz="1050" dirty="0">
              <a:ea typeface="+mn-lt"/>
              <a:cs typeface="+mn-lt"/>
            </a:endParaRPr>
          </a:p>
          <a:p>
            <a:pPr>
              <a:lnSpc>
                <a:spcPts val="1200"/>
              </a:lnSpc>
              <a:spcAft>
                <a:spcPts val="1000"/>
              </a:spcAft>
              <a:buSzPct val="100000"/>
            </a:pPr>
            <a:endParaRPr lang="en-US" sz="1050" dirty="0">
              <a:solidFill>
                <a:srgbClr val="333333"/>
              </a:solidFill>
              <a:ea typeface="Calibri"/>
              <a:cs typeface="Calibri"/>
            </a:endParaRPr>
          </a:p>
        </p:txBody>
      </p:sp>
      <p:pic>
        <p:nvPicPr>
          <p:cNvPr id="4" name="Picture 3">
            <a:extLst>
              <a:ext uri="{FF2B5EF4-FFF2-40B4-BE49-F238E27FC236}">
                <a16:creationId xmlns:a16="http://schemas.microsoft.com/office/drawing/2014/main" id="{7A0BEA33-C4EC-BCC0-20D6-9A86325F0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 y="2489564"/>
            <a:ext cx="1682750" cy="2103438"/>
          </a:xfrm>
          <a:prstGeom prst="rect">
            <a:avLst/>
          </a:prstGeom>
        </p:spPr>
      </p:pic>
    </p:spTree>
    <p:extLst>
      <p:ext uri="{BB962C8B-B14F-4D97-AF65-F5344CB8AC3E}">
        <p14:creationId xmlns:p14="http://schemas.microsoft.com/office/powerpoint/2010/main" val="535168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1</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Databricks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Srinivasa Bhargav Pothineni</dc:creator>
  <cp:revision>20</cp:revision>
  <dcterms:created xsi:type="dcterms:W3CDTF">2026-10-05T12:50:07Z</dcterms:created>
  <dcterms:modified xsi:type="dcterms:W3CDTF">2026-10-07T06:59:03Z</dcterms:modified>
</cp:coreProperties>
</file>